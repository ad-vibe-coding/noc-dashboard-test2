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82" r:id="rId1"/>
  </p:sldMasterIdLst>
  <p:notesMasterIdLst>
    <p:notesMasterId r:id="rId14"/>
  </p:notesMasterIdLst>
  <p:sldIdLst>
    <p:sldId id="256" r:id="rId2"/>
    <p:sldId id="257" r:id="rId3"/>
    <p:sldId id="292" r:id="rId4"/>
    <p:sldId id="284" r:id="rId5"/>
    <p:sldId id="288" r:id="rId6"/>
    <p:sldId id="289" r:id="rId7"/>
    <p:sldId id="285" r:id="rId8"/>
    <p:sldId id="286" r:id="rId9"/>
    <p:sldId id="290" r:id="rId10"/>
    <p:sldId id="287" r:id="rId11"/>
    <p:sldId id="291" r:id="rId12"/>
    <p:sldId id="283" r:id="rId13"/>
  </p:sldIdLst>
  <p:sldSz cx="9144000" cy="5143500" type="screen16x9"/>
  <p:notesSz cx="6858000" cy="9144000"/>
  <p:embeddedFontLst>
    <p:embeddedFont>
      <p:font typeface="Inter" panose="02000503000000020004" pitchFamily="2" charset="0"/>
      <p:regular r:id="rId15"/>
      <p:bold r:id="rId16"/>
      <p:italic r:id="rId17"/>
      <p:boldItalic r:id="rId18"/>
    </p:embeddedFont>
    <p:embeddedFont>
      <p:font typeface="Inter ExtraLight" panose="02000503000000020004" pitchFamily="2" charset="0"/>
      <p:regular r:id="rId19"/>
      <p:bold r:id="rId20"/>
      <p:italic r:id="rId21"/>
      <p:boldItalic r:id="rId22"/>
    </p:embeddedFont>
    <p:embeddedFont>
      <p:font typeface="Inter Light" panose="02000503000000020004" pitchFamily="2" charset="0"/>
      <p:regular r:id="rId23"/>
      <p:bold r:id="rId24"/>
      <p:italic r:id="rId25"/>
      <p:boldItalic r:id="rId26"/>
    </p:embeddedFont>
    <p:embeddedFont>
      <p:font typeface="Inter Medium" panose="02000503000000020004" pitchFamily="2" charset="0"/>
      <p:regular r:id="rId27"/>
      <p:bold r:id="rId28"/>
      <p:italic r:id="rId29"/>
      <p:boldItalic r:id="rId30"/>
    </p:embeddedFont>
    <p:embeddedFont>
      <p:font typeface="Plus Jakarta Sans ExtraBold"/>
      <p:bold r:id="rId31"/>
      <p:italic r:id="rId32"/>
      <p:boldItalic r:id="rId33"/>
    </p:embeddedFont>
    <p:embeddedFont>
      <p:font typeface="Roboto Serif" pitchFamily="2" charset="77"/>
      <p:regular r:id="rId34"/>
      <p:bold r:id="rId35"/>
      <p:italic r:id="rId36"/>
      <p:boldItalic r:id="rId3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CAD0995-B328-430F-ADAB-67C7119531CD}">
  <a:tblStyle styleId="{3CAD0995-B328-430F-ADAB-67C7119531CD}" styleName="Table_0">
    <a:wholeTbl>
      <a:tcTxStyle b="off" i="off">
        <a:font>
          <a:latin typeface="Plus Jakarta Sans"/>
          <a:ea typeface="Plus Jakarta Sans"/>
          <a:cs typeface="Plus Jakarta Sans"/>
        </a:font>
        <a:schemeClr val="dk1"/>
      </a:tcTxStyle>
      <a:tcStyle>
        <a:tcBdr>
          <a:left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72B3902A-7B33-428C-A544-F924A1C07782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34"/>
    <p:restoredTop sz="94673"/>
  </p:normalViewPr>
  <p:slideViewPr>
    <p:cSldViewPr snapToGrid="0">
      <p:cViewPr varScale="1">
        <p:scale>
          <a:sx n="169" d="100"/>
          <a:sy n="169" d="100"/>
        </p:scale>
        <p:origin x="192" y="2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font" Target="fonts/font12.fntdata"/><Relationship Id="rId39" Type="http://schemas.openxmlformats.org/officeDocument/2006/relationships/viewProps" Target="viewProps.xml"/><Relationship Id="rId21" Type="http://schemas.openxmlformats.org/officeDocument/2006/relationships/font" Target="fonts/font7.fntdata"/><Relationship Id="rId34" Type="http://schemas.openxmlformats.org/officeDocument/2006/relationships/font" Target="fonts/font20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29" Type="http://schemas.openxmlformats.org/officeDocument/2006/relationships/font" Target="fonts/font15.fntdata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0.fntdata"/><Relationship Id="rId32" Type="http://schemas.openxmlformats.org/officeDocument/2006/relationships/font" Target="fonts/font18.fntdata"/><Relationship Id="rId37" Type="http://schemas.openxmlformats.org/officeDocument/2006/relationships/font" Target="fonts/font23.fntdata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28" Type="http://schemas.openxmlformats.org/officeDocument/2006/relationships/font" Target="fonts/font14.fntdata"/><Relationship Id="rId36" Type="http://schemas.openxmlformats.org/officeDocument/2006/relationships/font" Target="fonts/font22.fntdata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31" Type="http://schemas.openxmlformats.org/officeDocument/2006/relationships/font" Target="fonts/font1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Relationship Id="rId27" Type="http://schemas.openxmlformats.org/officeDocument/2006/relationships/font" Target="fonts/font13.fntdata"/><Relationship Id="rId30" Type="http://schemas.openxmlformats.org/officeDocument/2006/relationships/font" Target="fonts/font16.fntdata"/><Relationship Id="rId35" Type="http://schemas.openxmlformats.org/officeDocument/2006/relationships/font" Target="fonts/font21.fnt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font" Target="fonts/font11.fntdata"/><Relationship Id="rId33" Type="http://schemas.openxmlformats.org/officeDocument/2006/relationships/font" Target="fonts/font19.fntdata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181d095fc23_0_7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0" name="Google Shape;260;g181d095fc23_0_7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181d095fc23_0_2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5" name="Google Shape;245;g181d095fc23_0_2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3">
          <a:extLst>
            <a:ext uri="{FF2B5EF4-FFF2-40B4-BE49-F238E27FC236}">
              <a16:creationId xmlns:a16="http://schemas.microsoft.com/office/drawing/2014/main" id="{1361741E-8E65-FFF4-10D1-3E5F3767C1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181d095fc23_0_229:notes">
            <a:extLst>
              <a:ext uri="{FF2B5EF4-FFF2-40B4-BE49-F238E27FC236}">
                <a16:creationId xmlns:a16="http://schemas.microsoft.com/office/drawing/2014/main" id="{BE62177B-7F01-3046-0615-5EF23E5790B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5" name="Google Shape;245;g181d095fc23_0_229:notes">
            <a:extLst>
              <a:ext uri="{FF2B5EF4-FFF2-40B4-BE49-F238E27FC236}">
                <a16:creationId xmlns:a16="http://schemas.microsoft.com/office/drawing/2014/main" id="{C6F406DA-99FF-5237-E954-B981758B28F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729733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181d095fc23_0_7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9" name="Google Shape;249;g181d095fc23_0_7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">
          <a:extLst>
            <a:ext uri="{FF2B5EF4-FFF2-40B4-BE49-F238E27FC236}">
              <a16:creationId xmlns:a16="http://schemas.microsoft.com/office/drawing/2014/main" id="{5D6B5E0B-7ECE-7064-BC62-52C954B27B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181d095fc23_0_762:notes">
            <a:extLst>
              <a:ext uri="{FF2B5EF4-FFF2-40B4-BE49-F238E27FC236}">
                <a16:creationId xmlns:a16="http://schemas.microsoft.com/office/drawing/2014/main" id="{B5A6517C-124A-BAF1-D9F9-ED416DD8520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9" name="Google Shape;249;g181d095fc23_0_762:notes">
            <a:extLst>
              <a:ext uri="{FF2B5EF4-FFF2-40B4-BE49-F238E27FC236}">
                <a16:creationId xmlns:a16="http://schemas.microsoft.com/office/drawing/2014/main" id="{208194DE-30A5-7C57-32B6-2BAC48BB8BE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5736993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">
          <a:extLst>
            <a:ext uri="{FF2B5EF4-FFF2-40B4-BE49-F238E27FC236}">
              <a16:creationId xmlns:a16="http://schemas.microsoft.com/office/drawing/2014/main" id="{B21E373A-565F-18ED-1EAE-951518125C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181d095fc23_0_762:notes">
            <a:extLst>
              <a:ext uri="{FF2B5EF4-FFF2-40B4-BE49-F238E27FC236}">
                <a16:creationId xmlns:a16="http://schemas.microsoft.com/office/drawing/2014/main" id="{FFDA87CC-A2E0-5A34-C137-78170E72F76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9" name="Google Shape;249;g181d095fc23_0_762:notes">
            <a:extLst>
              <a:ext uri="{FF2B5EF4-FFF2-40B4-BE49-F238E27FC236}">
                <a16:creationId xmlns:a16="http://schemas.microsoft.com/office/drawing/2014/main" id="{8519ED50-F9A7-8CDE-2448-41B0DF3A4B9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8293876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">
          <a:extLst>
            <a:ext uri="{FF2B5EF4-FFF2-40B4-BE49-F238E27FC236}">
              <a16:creationId xmlns:a16="http://schemas.microsoft.com/office/drawing/2014/main" id="{73FA3BD6-51A4-649A-BD38-79452CE06B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181d095fc23_0_762:notes">
            <a:extLst>
              <a:ext uri="{FF2B5EF4-FFF2-40B4-BE49-F238E27FC236}">
                <a16:creationId xmlns:a16="http://schemas.microsoft.com/office/drawing/2014/main" id="{BE6164B6-54E0-9205-03F9-B2782E7AEFB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9" name="Google Shape;249;g181d095fc23_0_762:notes">
            <a:extLst>
              <a:ext uri="{FF2B5EF4-FFF2-40B4-BE49-F238E27FC236}">
                <a16:creationId xmlns:a16="http://schemas.microsoft.com/office/drawing/2014/main" id="{C3908338-87EA-F410-B152-17C97655411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7481858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">
          <a:extLst>
            <a:ext uri="{FF2B5EF4-FFF2-40B4-BE49-F238E27FC236}">
              <a16:creationId xmlns:a16="http://schemas.microsoft.com/office/drawing/2014/main" id="{DC89EF97-8C04-B7A4-EE52-F52CFE30C9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181d095fc23_0_762:notes">
            <a:extLst>
              <a:ext uri="{FF2B5EF4-FFF2-40B4-BE49-F238E27FC236}">
                <a16:creationId xmlns:a16="http://schemas.microsoft.com/office/drawing/2014/main" id="{3AC7DB5C-1197-3945-90C7-639FF8D091B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9" name="Google Shape;249;g181d095fc23_0_762:notes">
            <a:extLst>
              <a:ext uri="{FF2B5EF4-FFF2-40B4-BE49-F238E27FC236}">
                <a16:creationId xmlns:a16="http://schemas.microsoft.com/office/drawing/2014/main" id="{06E64CA0-4AEC-F394-CA06-BC2615037EE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3797263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">
          <a:extLst>
            <a:ext uri="{FF2B5EF4-FFF2-40B4-BE49-F238E27FC236}">
              <a16:creationId xmlns:a16="http://schemas.microsoft.com/office/drawing/2014/main" id="{7093F193-7350-CC29-FBD0-C65580FB4C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181d095fc23_0_762:notes">
            <a:extLst>
              <a:ext uri="{FF2B5EF4-FFF2-40B4-BE49-F238E27FC236}">
                <a16:creationId xmlns:a16="http://schemas.microsoft.com/office/drawing/2014/main" id="{B119689E-41C7-1125-E997-AB117951425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9" name="Google Shape;249;g181d095fc23_0_762:notes">
            <a:extLst>
              <a:ext uri="{FF2B5EF4-FFF2-40B4-BE49-F238E27FC236}">
                <a16:creationId xmlns:a16="http://schemas.microsoft.com/office/drawing/2014/main" id="{DB319A6D-528C-14B8-E737-67673B5DAD7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9662859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">
          <a:extLst>
            <a:ext uri="{FF2B5EF4-FFF2-40B4-BE49-F238E27FC236}">
              <a16:creationId xmlns:a16="http://schemas.microsoft.com/office/drawing/2014/main" id="{9B03713A-E9A6-BB21-7C3E-E31A1BAC2F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181d095fc23_0_762:notes">
            <a:extLst>
              <a:ext uri="{FF2B5EF4-FFF2-40B4-BE49-F238E27FC236}">
                <a16:creationId xmlns:a16="http://schemas.microsoft.com/office/drawing/2014/main" id="{4F4D1D2E-A1AA-581C-C487-5AC2E4DA1C6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9" name="Google Shape;249;g181d095fc23_0_762:notes">
            <a:extLst>
              <a:ext uri="{FF2B5EF4-FFF2-40B4-BE49-F238E27FC236}">
                <a16:creationId xmlns:a16="http://schemas.microsoft.com/office/drawing/2014/main" id="{B9C44C9F-C3C2-75D4-B7D8-580C96E5AA8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9818891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">
          <a:extLst>
            <a:ext uri="{FF2B5EF4-FFF2-40B4-BE49-F238E27FC236}">
              <a16:creationId xmlns:a16="http://schemas.microsoft.com/office/drawing/2014/main" id="{8E1C34CB-F12D-31B5-A7CB-391AAAA206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181d095fc23_0_762:notes">
            <a:extLst>
              <a:ext uri="{FF2B5EF4-FFF2-40B4-BE49-F238E27FC236}">
                <a16:creationId xmlns:a16="http://schemas.microsoft.com/office/drawing/2014/main" id="{16355581-D995-C544-5038-DEB79598012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9" name="Google Shape;249;g181d095fc23_0_762:notes">
            <a:extLst>
              <a:ext uri="{FF2B5EF4-FFF2-40B4-BE49-F238E27FC236}">
                <a16:creationId xmlns:a16="http://schemas.microsoft.com/office/drawing/2014/main" id="{3EF501EC-C33E-9519-147C-D83378101C7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1627403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Google Shape;701;g181d095fc23_0_9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2" name="Google Shape;702;g181d095fc23_0_9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" type="title">
  <p:cSld name="TITL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279325" y="1943100"/>
            <a:ext cx="5407500" cy="1257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279325" y="3429000"/>
            <a:ext cx="5407500" cy="792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nter Medium"/>
              <a:buNone/>
              <a:defRPr sz="1400">
                <a:solidFill>
                  <a:schemeClr val="dk2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Inter Medium"/>
              <a:buNone/>
              <a:defRPr sz="1400">
                <a:solidFill>
                  <a:schemeClr val="accent2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Inter Medium"/>
              <a:buNone/>
              <a:defRPr sz="1400">
                <a:solidFill>
                  <a:schemeClr val="accent2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Inter Medium"/>
              <a:buNone/>
              <a:defRPr sz="1400">
                <a:solidFill>
                  <a:schemeClr val="accent2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Inter Medium"/>
              <a:buNone/>
              <a:defRPr sz="1400">
                <a:solidFill>
                  <a:schemeClr val="accent2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Inter Medium"/>
              <a:buNone/>
              <a:defRPr sz="1400">
                <a:solidFill>
                  <a:schemeClr val="accent2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Inter Medium"/>
              <a:buNone/>
              <a:defRPr sz="1400">
                <a:solidFill>
                  <a:schemeClr val="accent2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Inter Medium"/>
              <a:buNone/>
              <a:defRPr sz="1400">
                <a:solidFill>
                  <a:schemeClr val="accent2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Inter Medium"/>
              <a:buNone/>
              <a:defRPr sz="1400">
                <a:solidFill>
                  <a:schemeClr val="accent2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457200" y="4855464"/>
            <a:ext cx="177000" cy="107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2"/>
          </p:nvPr>
        </p:nvSpPr>
        <p:spPr>
          <a:xfrm>
            <a:off x="3279400" y="4450200"/>
            <a:ext cx="3375000" cy="2130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>
            <a:endParaRPr/>
          </a:p>
        </p:txBody>
      </p:sp>
      <p:pic>
        <p:nvPicPr>
          <p:cNvPr id="14" name="Google Shape;14;p2" title="vCom_An-AD-Company_Whit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" y="480275"/>
            <a:ext cx="2224201" cy="8627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A (with image)">
  <p:cSld name="SECTION_HEADER_2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 txBox="1">
            <a:spLocks noGrp="1"/>
          </p:cNvSpPr>
          <p:nvPr>
            <p:ph type="title"/>
          </p:nvPr>
        </p:nvSpPr>
        <p:spPr>
          <a:xfrm>
            <a:off x="457200" y="1943100"/>
            <a:ext cx="2590800" cy="1257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subTitle" idx="1"/>
          </p:nvPr>
        </p:nvSpPr>
        <p:spPr>
          <a:xfrm>
            <a:off x="461474" y="3438975"/>
            <a:ext cx="2586600" cy="335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Inter Medium"/>
              <a:buNone/>
              <a:defRPr sz="1400">
                <a:solidFill>
                  <a:schemeClr val="accent2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Inter Medium"/>
              <a:buNone/>
              <a:defRPr sz="1400">
                <a:solidFill>
                  <a:schemeClr val="accent2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Inter Medium"/>
              <a:buNone/>
              <a:defRPr sz="1400">
                <a:solidFill>
                  <a:schemeClr val="accent2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Inter Medium"/>
              <a:buNone/>
              <a:defRPr sz="1400">
                <a:solidFill>
                  <a:schemeClr val="accent2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Inter Medium"/>
              <a:buNone/>
              <a:defRPr sz="1400">
                <a:solidFill>
                  <a:schemeClr val="accent2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Inter Medium"/>
              <a:buNone/>
              <a:defRPr sz="1400">
                <a:solidFill>
                  <a:schemeClr val="accent2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Inter Medium"/>
              <a:buNone/>
              <a:defRPr sz="1400">
                <a:solidFill>
                  <a:schemeClr val="accent2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Inter Medium"/>
              <a:buNone/>
              <a:defRPr sz="1400">
                <a:solidFill>
                  <a:schemeClr val="accent2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Inter Medium"/>
              <a:buNone/>
              <a:defRPr sz="1400">
                <a:solidFill>
                  <a:schemeClr val="accent2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>
            <a:endParaRPr/>
          </a:p>
        </p:txBody>
      </p:sp>
      <p:sp>
        <p:nvSpPr>
          <p:cNvPr id="21" name="Google Shape;21;p4"/>
          <p:cNvSpPr>
            <a:spLocks noGrp="1"/>
          </p:cNvSpPr>
          <p:nvPr>
            <p:ph type="pic" idx="2"/>
          </p:nvPr>
        </p:nvSpPr>
        <p:spPr>
          <a:xfrm>
            <a:off x="3279325" y="466054"/>
            <a:ext cx="5407800" cy="41970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ubtitle &amp; 1-Column (Dark)">
  <p:cSld name="TITLE_AND_BODY_1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8"/>
          <p:cNvSpPr txBox="1">
            <a:spLocks noGrp="1"/>
          </p:cNvSpPr>
          <p:nvPr>
            <p:ph type="title"/>
          </p:nvPr>
        </p:nvSpPr>
        <p:spPr>
          <a:xfrm>
            <a:off x="457200" y="480275"/>
            <a:ext cx="8229600" cy="393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8"/>
          <p:cNvSpPr txBox="1">
            <a:spLocks noGrp="1"/>
          </p:cNvSpPr>
          <p:nvPr>
            <p:ph type="sldNum" idx="12"/>
          </p:nvPr>
        </p:nvSpPr>
        <p:spPr>
          <a:xfrm>
            <a:off x="457200" y="4855464"/>
            <a:ext cx="177000" cy="107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4" name="Google Shape;44;p8"/>
          <p:cNvSpPr txBox="1">
            <a:spLocks noGrp="1"/>
          </p:cNvSpPr>
          <p:nvPr>
            <p:ph type="body" idx="1"/>
          </p:nvPr>
        </p:nvSpPr>
        <p:spPr>
          <a:xfrm>
            <a:off x="454925" y="1371600"/>
            <a:ext cx="8229600" cy="3291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30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>
                <a:solidFill>
                  <a:schemeClr val="lt1"/>
                </a:solidFill>
              </a:defRPr>
            </a:lvl1pPr>
            <a:lvl2pPr marL="914400" lvl="1" indent="-304800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>
                <a:solidFill>
                  <a:schemeClr val="lt1"/>
                </a:solidFill>
              </a:defRPr>
            </a:lvl2pPr>
            <a:lvl3pPr marL="1371600" lvl="2" indent="-292100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marL="1828800" lvl="3" indent="-292100" rtl="0"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>
                <a:solidFill>
                  <a:schemeClr val="lt2"/>
                </a:solidFill>
              </a:defRPr>
            </a:lvl4pPr>
            <a:lvl5pPr marL="2286000" lvl="4" indent="-292100" rtl="0"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>
                <a:solidFill>
                  <a:schemeClr val="lt2"/>
                </a:solidFill>
              </a:defRPr>
            </a:lvl5pPr>
            <a:lvl6pPr marL="2743200" lvl="5" indent="-292100" rtl="0"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>
                <a:solidFill>
                  <a:schemeClr val="lt2"/>
                </a:solidFill>
              </a:defRPr>
            </a:lvl6pPr>
            <a:lvl7pPr marL="3200400" lvl="6" indent="-292100" rtl="0"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>
                <a:solidFill>
                  <a:schemeClr val="lt2"/>
                </a:solidFill>
              </a:defRPr>
            </a:lvl7pPr>
            <a:lvl8pPr marL="3657600" lvl="7" indent="-292100" rtl="0"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>
                <a:solidFill>
                  <a:schemeClr val="lt2"/>
                </a:solidFill>
              </a:defRPr>
            </a:lvl8pPr>
            <a:lvl9pPr marL="4114800" lvl="8" indent="-292100" rtl="0">
              <a:spcBef>
                <a:spcPts val="500"/>
              </a:spcBef>
              <a:spcAft>
                <a:spcPts val="500"/>
              </a:spcAft>
              <a:buClr>
                <a:schemeClr val="lt2"/>
              </a:buClr>
              <a:buSzPts val="1000"/>
              <a:buChar char="■"/>
              <a:defRPr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45" name="Google Shape;45;p8"/>
          <p:cNvSpPr txBox="1">
            <a:spLocks noGrp="1"/>
          </p:cNvSpPr>
          <p:nvPr>
            <p:ph type="subTitle" idx="2"/>
          </p:nvPr>
        </p:nvSpPr>
        <p:spPr>
          <a:xfrm>
            <a:off x="462775" y="922000"/>
            <a:ext cx="8229600" cy="231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nter Medium"/>
              <a:buNone/>
              <a:defRPr sz="1400">
                <a:solidFill>
                  <a:schemeClr val="dk2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spcBef>
                <a:spcPts val="800"/>
              </a:spcBef>
              <a:spcAft>
                <a:spcPts val="0"/>
              </a:spcAft>
              <a:buSzPts val="1000"/>
              <a:buNone/>
              <a:defRPr/>
            </a:lvl3pPr>
            <a:lvl4pPr lvl="3" rtl="0">
              <a:spcBef>
                <a:spcPts val="500"/>
              </a:spcBef>
              <a:spcAft>
                <a:spcPts val="0"/>
              </a:spcAft>
              <a:buSzPts val="1000"/>
              <a:buNone/>
              <a:defRPr/>
            </a:lvl4pPr>
            <a:lvl5pPr lvl="4" rtl="0">
              <a:spcBef>
                <a:spcPts val="500"/>
              </a:spcBef>
              <a:spcAft>
                <a:spcPts val="0"/>
              </a:spcAft>
              <a:buSzPts val="1000"/>
              <a:buNone/>
              <a:defRPr/>
            </a:lvl5pPr>
            <a:lvl6pPr lvl="5" rtl="0">
              <a:spcBef>
                <a:spcPts val="500"/>
              </a:spcBef>
              <a:spcAft>
                <a:spcPts val="0"/>
              </a:spcAft>
              <a:buSzPts val="1000"/>
              <a:buNone/>
              <a:defRPr/>
            </a:lvl6pPr>
            <a:lvl7pPr lvl="6" rtl="0">
              <a:spcBef>
                <a:spcPts val="500"/>
              </a:spcBef>
              <a:spcAft>
                <a:spcPts val="0"/>
              </a:spcAft>
              <a:buSzPts val="1000"/>
              <a:buNone/>
              <a:defRPr/>
            </a:lvl7pPr>
            <a:lvl8pPr lvl="7" rtl="0">
              <a:spcBef>
                <a:spcPts val="500"/>
              </a:spcBef>
              <a:spcAft>
                <a:spcPts val="0"/>
              </a:spcAft>
              <a:buSzPts val="1000"/>
              <a:buNone/>
              <a:defRPr/>
            </a:lvl8pPr>
            <a:lvl9pPr lvl="8" rtl="0">
              <a:spcBef>
                <a:spcPts val="500"/>
              </a:spcBef>
              <a:spcAft>
                <a:spcPts val="500"/>
              </a:spcAft>
              <a:buSzPts val="10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8"/>
          <p:cNvSpPr txBox="1"/>
          <p:nvPr/>
        </p:nvSpPr>
        <p:spPr>
          <a:xfrm>
            <a:off x="634200" y="4855464"/>
            <a:ext cx="24138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Proprietary &amp; Confidential</a:t>
            </a:r>
            <a:endParaRPr sz="7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47" name="Google Shape;47;p8" title="vCom (4).png"/>
          <p:cNvPicPr preferRelativeResize="0"/>
          <p:nvPr/>
        </p:nvPicPr>
        <p:blipFill rotWithShape="1">
          <a:blip r:embed="rId3">
            <a:alphaModFix/>
          </a:blip>
          <a:srcRect l="10"/>
          <a:stretch/>
        </p:blipFill>
        <p:spPr>
          <a:xfrm>
            <a:off x="8255525" y="4855475"/>
            <a:ext cx="429000" cy="107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&amp; 2-Columns (Dark)">
  <p:cSld name="TITLE_AND_TWO_COLUMNS_3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0"/>
          <p:cNvSpPr txBox="1">
            <a:spLocks noGrp="1"/>
          </p:cNvSpPr>
          <p:nvPr>
            <p:ph type="title"/>
          </p:nvPr>
        </p:nvSpPr>
        <p:spPr>
          <a:xfrm>
            <a:off x="457200" y="480275"/>
            <a:ext cx="8229600" cy="393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0"/>
          <p:cNvSpPr txBox="1">
            <a:spLocks noGrp="1"/>
          </p:cNvSpPr>
          <p:nvPr>
            <p:ph type="sldNum" idx="12"/>
          </p:nvPr>
        </p:nvSpPr>
        <p:spPr>
          <a:xfrm>
            <a:off x="457200" y="4855464"/>
            <a:ext cx="177000" cy="107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8" name="Google Shape;58;p10"/>
          <p:cNvSpPr txBox="1">
            <a:spLocks noGrp="1"/>
          </p:cNvSpPr>
          <p:nvPr>
            <p:ph type="body" idx="1"/>
          </p:nvPr>
        </p:nvSpPr>
        <p:spPr>
          <a:xfrm>
            <a:off x="457200" y="1097275"/>
            <a:ext cx="4026900" cy="3566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30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>
                <a:solidFill>
                  <a:schemeClr val="lt1"/>
                </a:solidFill>
              </a:defRPr>
            </a:lvl1pPr>
            <a:lvl2pPr marL="914400" lvl="1" indent="-304800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>
                <a:solidFill>
                  <a:schemeClr val="lt1"/>
                </a:solidFill>
              </a:defRPr>
            </a:lvl2pPr>
            <a:lvl3pPr marL="1371600" lvl="2" indent="-292100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marL="1828800" lvl="3" indent="-292100" rtl="0"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>
                <a:solidFill>
                  <a:schemeClr val="lt2"/>
                </a:solidFill>
              </a:defRPr>
            </a:lvl4pPr>
            <a:lvl5pPr marL="2286000" lvl="4" indent="-292100" rtl="0"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>
                <a:solidFill>
                  <a:schemeClr val="lt2"/>
                </a:solidFill>
              </a:defRPr>
            </a:lvl5pPr>
            <a:lvl6pPr marL="2743200" lvl="5" indent="-292100" rtl="0"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>
                <a:solidFill>
                  <a:schemeClr val="lt2"/>
                </a:solidFill>
              </a:defRPr>
            </a:lvl6pPr>
            <a:lvl7pPr marL="3200400" lvl="6" indent="-292100" rtl="0"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>
                <a:solidFill>
                  <a:schemeClr val="lt2"/>
                </a:solidFill>
              </a:defRPr>
            </a:lvl7pPr>
            <a:lvl8pPr marL="3657600" lvl="7" indent="-292100" rtl="0"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>
                <a:solidFill>
                  <a:schemeClr val="lt2"/>
                </a:solidFill>
              </a:defRPr>
            </a:lvl8pPr>
            <a:lvl9pPr marL="4114800" lvl="8" indent="-292100" rtl="0">
              <a:spcBef>
                <a:spcPts val="500"/>
              </a:spcBef>
              <a:spcAft>
                <a:spcPts val="500"/>
              </a:spcAft>
              <a:buClr>
                <a:schemeClr val="lt2"/>
              </a:buClr>
              <a:buSzPts val="1000"/>
              <a:buChar char="■"/>
              <a:defRPr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59" name="Google Shape;59;p10"/>
          <p:cNvSpPr txBox="1">
            <a:spLocks noGrp="1"/>
          </p:cNvSpPr>
          <p:nvPr>
            <p:ph type="body" idx="2"/>
          </p:nvPr>
        </p:nvSpPr>
        <p:spPr>
          <a:xfrm>
            <a:off x="4673400" y="1097275"/>
            <a:ext cx="4013400" cy="3566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30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>
                <a:solidFill>
                  <a:schemeClr val="lt1"/>
                </a:solidFill>
              </a:defRPr>
            </a:lvl1pPr>
            <a:lvl2pPr marL="914400" lvl="1" indent="-304800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>
                <a:solidFill>
                  <a:schemeClr val="lt1"/>
                </a:solidFill>
              </a:defRPr>
            </a:lvl2pPr>
            <a:lvl3pPr marL="1371600" lvl="2" indent="-292100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marL="1828800" lvl="3" indent="-292100" rtl="0"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>
                <a:solidFill>
                  <a:schemeClr val="lt2"/>
                </a:solidFill>
              </a:defRPr>
            </a:lvl4pPr>
            <a:lvl5pPr marL="2286000" lvl="4" indent="-292100" rtl="0"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>
                <a:solidFill>
                  <a:schemeClr val="lt2"/>
                </a:solidFill>
              </a:defRPr>
            </a:lvl5pPr>
            <a:lvl6pPr marL="2743200" lvl="5" indent="-292100" rtl="0"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>
                <a:solidFill>
                  <a:schemeClr val="lt2"/>
                </a:solidFill>
              </a:defRPr>
            </a:lvl6pPr>
            <a:lvl7pPr marL="3200400" lvl="6" indent="-292100" rtl="0"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>
                <a:solidFill>
                  <a:schemeClr val="lt2"/>
                </a:solidFill>
              </a:defRPr>
            </a:lvl7pPr>
            <a:lvl8pPr marL="3657600" lvl="7" indent="-292100" rtl="0"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>
                <a:solidFill>
                  <a:schemeClr val="lt2"/>
                </a:solidFill>
              </a:defRPr>
            </a:lvl8pPr>
            <a:lvl9pPr marL="4114800" lvl="8" indent="-292100" rtl="0">
              <a:spcBef>
                <a:spcPts val="500"/>
              </a:spcBef>
              <a:spcAft>
                <a:spcPts val="500"/>
              </a:spcAft>
              <a:buClr>
                <a:schemeClr val="lt2"/>
              </a:buClr>
              <a:buSzPts val="1000"/>
              <a:buChar char="■"/>
              <a:defRPr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60" name="Google Shape;60;p10"/>
          <p:cNvSpPr txBox="1"/>
          <p:nvPr/>
        </p:nvSpPr>
        <p:spPr>
          <a:xfrm>
            <a:off x="634200" y="4855464"/>
            <a:ext cx="24138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Proprietary &amp; Confidential</a:t>
            </a:r>
            <a:endParaRPr sz="7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61" name="Google Shape;61;p10" title="vCom (4).png"/>
          <p:cNvPicPr preferRelativeResize="0"/>
          <p:nvPr/>
        </p:nvPicPr>
        <p:blipFill rotWithShape="1">
          <a:blip r:embed="rId3">
            <a:alphaModFix/>
          </a:blip>
          <a:srcRect l="10"/>
          <a:stretch/>
        </p:blipFill>
        <p:spPr>
          <a:xfrm>
            <a:off x="8255525" y="4855475"/>
            <a:ext cx="429000" cy="107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ubtitle &amp; 2-Columns (Dark)">
  <p:cSld name="TITLE_AND_TWO_COLUMNS_1_2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2"/>
          <p:cNvSpPr txBox="1">
            <a:spLocks noGrp="1"/>
          </p:cNvSpPr>
          <p:nvPr>
            <p:ph type="title"/>
          </p:nvPr>
        </p:nvSpPr>
        <p:spPr>
          <a:xfrm>
            <a:off x="457200" y="480275"/>
            <a:ext cx="8229600" cy="393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>
                <a:solidFill>
                  <a:schemeClr val="dk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>
                <a:solidFill>
                  <a:schemeClr val="dk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>
                <a:solidFill>
                  <a:schemeClr val="dk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>
                <a:solidFill>
                  <a:schemeClr val="dk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>
                <a:solidFill>
                  <a:schemeClr val="dk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>
                <a:solidFill>
                  <a:schemeClr val="dk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>
                <a:solidFill>
                  <a:schemeClr val="dk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72" name="Google Shape;72;p12"/>
          <p:cNvSpPr txBox="1">
            <a:spLocks noGrp="1"/>
          </p:cNvSpPr>
          <p:nvPr>
            <p:ph type="sldNum" idx="12"/>
          </p:nvPr>
        </p:nvSpPr>
        <p:spPr>
          <a:xfrm>
            <a:off x="457200" y="4855464"/>
            <a:ext cx="177000" cy="107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3" name="Google Shape;73;p12"/>
          <p:cNvSpPr txBox="1">
            <a:spLocks noGrp="1"/>
          </p:cNvSpPr>
          <p:nvPr>
            <p:ph type="body" idx="1"/>
          </p:nvPr>
        </p:nvSpPr>
        <p:spPr>
          <a:xfrm>
            <a:off x="457200" y="1371600"/>
            <a:ext cx="4026900" cy="3291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30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>
                <a:solidFill>
                  <a:schemeClr val="lt1"/>
                </a:solidFill>
              </a:defRPr>
            </a:lvl1pPr>
            <a:lvl2pPr marL="914400" lvl="1" indent="-304800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>
                <a:solidFill>
                  <a:schemeClr val="lt1"/>
                </a:solidFill>
              </a:defRPr>
            </a:lvl2pPr>
            <a:lvl3pPr marL="1371600" lvl="2" indent="-292100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marL="1828800" lvl="3" indent="-292100" rtl="0"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>
                <a:solidFill>
                  <a:schemeClr val="lt2"/>
                </a:solidFill>
              </a:defRPr>
            </a:lvl4pPr>
            <a:lvl5pPr marL="2286000" lvl="4" indent="-292100" rtl="0"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>
                <a:solidFill>
                  <a:schemeClr val="lt2"/>
                </a:solidFill>
              </a:defRPr>
            </a:lvl5pPr>
            <a:lvl6pPr marL="2743200" lvl="5" indent="-292100" rtl="0"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>
                <a:solidFill>
                  <a:schemeClr val="lt2"/>
                </a:solidFill>
              </a:defRPr>
            </a:lvl6pPr>
            <a:lvl7pPr marL="3200400" lvl="6" indent="-292100" rtl="0"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>
                <a:solidFill>
                  <a:schemeClr val="lt2"/>
                </a:solidFill>
              </a:defRPr>
            </a:lvl7pPr>
            <a:lvl8pPr marL="3657600" lvl="7" indent="-292100" rtl="0"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>
                <a:solidFill>
                  <a:schemeClr val="lt2"/>
                </a:solidFill>
              </a:defRPr>
            </a:lvl8pPr>
            <a:lvl9pPr marL="4114800" lvl="8" indent="-292100" rtl="0">
              <a:spcBef>
                <a:spcPts val="500"/>
              </a:spcBef>
              <a:spcAft>
                <a:spcPts val="500"/>
              </a:spcAft>
              <a:buClr>
                <a:schemeClr val="lt2"/>
              </a:buClr>
              <a:buSzPts val="1000"/>
              <a:buChar char="■"/>
              <a:defRPr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74" name="Google Shape;74;p12"/>
          <p:cNvSpPr txBox="1">
            <a:spLocks noGrp="1"/>
          </p:cNvSpPr>
          <p:nvPr>
            <p:ph type="body" idx="2"/>
          </p:nvPr>
        </p:nvSpPr>
        <p:spPr>
          <a:xfrm>
            <a:off x="4673400" y="1371600"/>
            <a:ext cx="4013400" cy="3291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30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>
                <a:solidFill>
                  <a:schemeClr val="lt1"/>
                </a:solidFill>
              </a:defRPr>
            </a:lvl1pPr>
            <a:lvl2pPr marL="914400" lvl="1" indent="-304800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>
                <a:solidFill>
                  <a:schemeClr val="lt1"/>
                </a:solidFill>
              </a:defRPr>
            </a:lvl2pPr>
            <a:lvl3pPr marL="1371600" lvl="2" indent="-292100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marL="1828800" lvl="3" indent="-292100" rtl="0"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>
                <a:solidFill>
                  <a:schemeClr val="lt2"/>
                </a:solidFill>
              </a:defRPr>
            </a:lvl4pPr>
            <a:lvl5pPr marL="2286000" lvl="4" indent="-292100" rtl="0"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>
                <a:solidFill>
                  <a:schemeClr val="lt2"/>
                </a:solidFill>
              </a:defRPr>
            </a:lvl5pPr>
            <a:lvl6pPr marL="2743200" lvl="5" indent="-292100" rtl="0"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>
                <a:solidFill>
                  <a:schemeClr val="lt2"/>
                </a:solidFill>
              </a:defRPr>
            </a:lvl6pPr>
            <a:lvl7pPr marL="3200400" lvl="6" indent="-292100" rtl="0"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>
                <a:solidFill>
                  <a:schemeClr val="lt2"/>
                </a:solidFill>
              </a:defRPr>
            </a:lvl7pPr>
            <a:lvl8pPr marL="3657600" lvl="7" indent="-292100" rtl="0"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>
                <a:solidFill>
                  <a:schemeClr val="lt2"/>
                </a:solidFill>
              </a:defRPr>
            </a:lvl8pPr>
            <a:lvl9pPr marL="4114800" lvl="8" indent="-292100" rtl="0">
              <a:spcBef>
                <a:spcPts val="500"/>
              </a:spcBef>
              <a:spcAft>
                <a:spcPts val="500"/>
              </a:spcAft>
              <a:buClr>
                <a:schemeClr val="lt2"/>
              </a:buClr>
              <a:buSzPts val="1000"/>
              <a:buChar char="■"/>
              <a:defRPr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75" name="Google Shape;75;p12"/>
          <p:cNvSpPr txBox="1">
            <a:spLocks noGrp="1"/>
          </p:cNvSpPr>
          <p:nvPr>
            <p:ph type="subTitle" idx="3"/>
          </p:nvPr>
        </p:nvSpPr>
        <p:spPr>
          <a:xfrm>
            <a:off x="462775" y="922000"/>
            <a:ext cx="8229600" cy="231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nter Medium"/>
              <a:buNone/>
              <a:defRPr sz="1400">
                <a:solidFill>
                  <a:schemeClr val="dk2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2pPr>
            <a:lvl3pPr lvl="2" rtl="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>
                <a:solidFill>
                  <a:schemeClr val="dk2"/>
                </a:solidFill>
              </a:defRPr>
            </a:lvl3pPr>
            <a:lvl4pPr lvl="3" rtl="0"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>
                <a:solidFill>
                  <a:schemeClr val="dk2"/>
                </a:solidFill>
              </a:defRPr>
            </a:lvl4pPr>
            <a:lvl5pPr lvl="4" rtl="0"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>
                <a:solidFill>
                  <a:schemeClr val="dk2"/>
                </a:solidFill>
              </a:defRPr>
            </a:lvl5pPr>
            <a:lvl6pPr lvl="5" rtl="0"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>
                <a:solidFill>
                  <a:schemeClr val="dk2"/>
                </a:solidFill>
              </a:defRPr>
            </a:lvl6pPr>
            <a:lvl7pPr lvl="6" rtl="0"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>
                <a:solidFill>
                  <a:schemeClr val="dk2"/>
                </a:solidFill>
              </a:defRPr>
            </a:lvl7pPr>
            <a:lvl8pPr lvl="7" rtl="0"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>
                <a:solidFill>
                  <a:schemeClr val="dk2"/>
                </a:solidFill>
              </a:defRPr>
            </a:lvl8pPr>
            <a:lvl9pPr lvl="8" rtl="0">
              <a:spcBef>
                <a:spcPts val="500"/>
              </a:spcBef>
              <a:spcAft>
                <a:spcPts val="500"/>
              </a:spcAft>
              <a:buClr>
                <a:schemeClr val="dk2"/>
              </a:buClr>
              <a:buSzPts val="1000"/>
              <a:buNone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76" name="Google Shape;76;p12"/>
          <p:cNvSpPr txBox="1"/>
          <p:nvPr/>
        </p:nvSpPr>
        <p:spPr>
          <a:xfrm>
            <a:off x="634200" y="4855464"/>
            <a:ext cx="24138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Proprietary &amp; Confidential</a:t>
            </a:r>
            <a:endParaRPr sz="7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77" name="Google Shape;77;p12" title="vCom (4).png"/>
          <p:cNvPicPr preferRelativeResize="0"/>
          <p:nvPr/>
        </p:nvPicPr>
        <p:blipFill rotWithShape="1">
          <a:blip r:embed="rId3">
            <a:alphaModFix/>
          </a:blip>
          <a:srcRect l="10"/>
          <a:stretch/>
        </p:blipFill>
        <p:spPr>
          <a:xfrm>
            <a:off x="8255525" y="4855475"/>
            <a:ext cx="429000" cy="107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&amp; 3-Columns (Dark)">
  <p:cSld name="TITLE_AND_TWO_COLUMNS_2_2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4"/>
          <p:cNvSpPr txBox="1">
            <a:spLocks noGrp="1"/>
          </p:cNvSpPr>
          <p:nvPr>
            <p:ph type="body" idx="1"/>
          </p:nvPr>
        </p:nvSpPr>
        <p:spPr>
          <a:xfrm>
            <a:off x="6101450" y="1097275"/>
            <a:ext cx="2590800" cy="3566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30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>
                <a:solidFill>
                  <a:schemeClr val="lt1"/>
                </a:solidFill>
              </a:defRPr>
            </a:lvl1pPr>
            <a:lvl2pPr marL="914400" lvl="1" indent="-304800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>
                <a:solidFill>
                  <a:schemeClr val="lt1"/>
                </a:solidFill>
              </a:defRPr>
            </a:lvl2pPr>
            <a:lvl3pPr marL="1371600" lvl="2" indent="-292100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marL="1828800" lvl="3" indent="-292100" rtl="0"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>
                <a:solidFill>
                  <a:schemeClr val="lt2"/>
                </a:solidFill>
              </a:defRPr>
            </a:lvl4pPr>
            <a:lvl5pPr marL="2286000" lvl="4" indent="-292100" rtl="0"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>
                <a:solidFill>
                  <a:schemeClr val="lt2"/>
                </a:solidFill>
              </a:defRPr>
            </a:lvl5pPr>
            <a:lvl6pPr marL="2743200" lvl="5" indent="-292100" rtl="0"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>
                <a:solidFill>
                  <a:schemeClr val="lt2"/>
                </a:solidFill>
              </a:defRPr>
            </a:lvl6pPr>
            <a:lvl7pPr marL="3200400" lvl="6" indent="-292100" rtl="0"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>
                <a:solidFill>
                  <a:schemeClr val="lt2"/>
                </a:solidFill>
              </a:defRPr>
            </a:lvl7pPr>
            <a:lvl8pPr marL="3657600" lvl="7" indent="-292100" rtl="0"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>
                <a:solidFill>
                  <a:schemeClr val="lt2"/>
                </a:solidFill>
              </a:defRPr>
            </a:lvl8pPr>
            <a:lvl9pPr marL="4114800" lvl="8" indent="-292100" rtl="0">
              <a:spcBef>
                <a:spcPts val="500"/>
              </a:spcBef>
              <a:spcAft>
                <a:spcPts val="500"/>
              </a:spcAft>
              <a:buClr>
                <a:schemeClr val="lt2"/>
              </a:buClr>
              <a:buSzPts val="1000"/>
              <a:buChar char="■"/>
              <a:defRPr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88" name="Google Shape;88;p14"/>
          <p:cNvSpPr txBox="1">
            <a:spLocks noGrp="1"/>
          </p:cNvSpPr>
          <p:nvPr>
            <p:ph type="title"/>
          </p:nvPr>
        </p:nvSpPr>
        <p:spPr>
          <a:xfrm>
            <a:off x="457200" y="480275"/>
            <a:ext cx="8229600" cy="393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14"/>
          <p:cNvSpPr txBox="1">
            <a:spLocks noGrp="1"/>
          </p:cNvSpPr>
          <p:nvPr>
            <p:ph type="sldNum" idx="12"/>
          </p:nvPr>
        </p:nvSpPr>
        <p:spPr>
          <a:xfrm>
            <a:off x="457200" y="4855464"/>
            <a:ext cx="177000" cy="107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0" name="Google Shape;90;p14"/>
          <p:cNvSpPr txBox="1">
            <a:spLocks noGrp="1"/>
          </p:cNvSpPr>
          <p:nvPr>
            <p:ph type="body" idx="2"/>
          </p:nvPr>
        </p:nvSpPr>
        <p:spPr>
          <a:xfrm>
            <a:off x="457200" y="1097275"/>
            <a:ext cx="2590800" cy="3566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30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>
                <a:solidFill>
                  <a:schemeClr val="lt1"/>
                </a:solidFill>
              </a:defRPr>
            </a:lvl1pPr>
            <a:lvl2pPr marL="914400" lvl="1" indent="-304800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>
                <a:solidFill>
                  <a:schemeClr val="lt1"/>
                </a:solidFill>
              </a:defRPr>
            </a:lvl2pPr>
            <a:lvl3pPr marL="1371600" lvl="2" indent="-292100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marL="1828800" lvl="3" indent="-292100" rtl="0"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>
                <a:solidFill>
                  <a:schemeClr val="lt2"/>
                </a:solidFill>
              </a:defRPr>
            </a:lvl4pPr>
            <a:lvl5pPr marL="2286000" lvl="4" indent="-292100" rtl="0"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>
                <a:solidFill>
                  <a:schemeClr val="lt2"/>
                </a:solidFill>
              </a:defRPr>
            </a:lvl5pPr>
            <a:lvl6pPr marL="2743200" lvl="5" indent="-292100" rtl="0"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>
                <a:solidFill>
                  <a:schemeClr val="lt2"/>
                </a:solidFill>
              </a:defRPr>
            </a:lvl6pPr>
            <a:lvl7pPr marL="3200400" lvl="6" indent="-292100" rtl="0"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>
                <a:solidFill>
                  <a:schemeClr val="lt2"/>
                </a:solidFill>
              </a:defRPr>
            </a:lvl7pPr>
            <a:lvl8pPr marL="3657600" lvl="7" indent="-292100" rtl="0"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>
                <a:solidFill>
                  <a:schemeClr val="lt2"/>
                </a:solidFill>
              </a:defRPr>
            </a:lvl8pPr>
            <a:lvl9pPr marL="4114800" lvl="8" indent="-292100" rtl="0">
              <a:spcBef>
                <a:spcPts val="500"/>
              </a:spcBef>
              <a:spcAft>
                <a:spcPts val="500"/>
              </a:spcAft>
              <a:buClr>
                <a:schemeClr val="lt2"/>
              </a:buClr>
              <a:buSzPts val="1000"/>
              <a:buChar char="■"/>
              <a:defRPr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91" name="Google Shape;91;p14"/>
          <p:cNvSpPr txBox="1">
            <a:spLocks noGrp="1"/>
          </p:cNvSpPr>
          <p:nvPr>
            <p:ph type="body" idx="3"/>
          </p:nvPr>
        </p:nvSpPr>
        <p:spPr>
          <a:xfrm>
            <a:off x="3279325" y="1097275"/>
            <a:ext cx="2590800" cy="3566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30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>
                <a:solidFill>
                  <a:schemeClr val="lt1"/>
                </a:solidFill>
              </a:defRPr>
            </a:lvl1pPr>
            <a:lvl2pPr marL="914400" lvl="1" indent="-304800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>
                <a:solidFill>
                  <a:schemeClr val="lt1"/>
                </a:solidFill>
              </a:defRPr>
            </a:lvl2pPr>
            <a:lvl3pPr marL="1371600" lvl="2" indent="-292100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marL="1828800" lvl="3" indent="-292100" rtl="0"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>
                <a:solidFill>
                  <a:schemeClr val="lt2"/>
                </a:solidFill>
              </a:defRPr>
            </a:lvl4pPr>
            <a:lvl5pPr marL="2286000" lvl="4" indent="-292100" rtl="0"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>
                <a:solidFill>
                  <a:schemeClr val="lt2"/>
                </a:solidFill>
              </a:defRPr>
            </a:lvl5pPr>
            <a:lvl6pPr marL="2743200" lvl="5" indent="-292100" rtl="0"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>
                <a:solidFill>
                  <a:schemeClr val="lt2"/>
                </a:solidFill>
              </a:defRPr>
            </a:lvl6pPr>
            <a:lvl7pPr marL="3200400" lvl="6" indent="-292100" rtl="0"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>
                <a:solidFill>
                  <a:schemeClr val="lt2"/>
                </a:solidFill>
              </a:defRPr>
            </a:lvl7pPr>
            <a:lvl8pPr marL="3657600" lvl="7" indent="-292100" rtl="0"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>
                <a:solidFill>
                  <a:schemeClr val="lt2"/>
                </a:solidFill>
              </a:defRPr>
            </a:lvl8pPr>
            <a:lvl9pPr marL="4114800" lvl="8" indent="-292100" rtl="0">
              <a:spcBef>
                <a:spcPts val="500"/>
              </a:spcBef>
              <a:spcAft>
                <a:spcPts val="500"/>
              </a:spcAft>
              <a:buClr>
                <a:schemeClr val="lt2"/>
              </a:buClr>
              <a:buSzPts val="1000"/>
              <a:buChar char="■"/>
              <a:defRPr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92" name="Google Shape;92;p14"/>
          <p:cNvSpPr txBox="1"/>
          <p:nvPr/>
        </p:nvSpPr>
        <p:spPr>
          <a:xfrm>
            <a:off x="634200" y="4855464"/>
            <a:ext cx="24138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Proprietary &amp; Confidential</a:t>
            </a:r>
            <a:endParaRPr sz="7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93" name="Google Shape;93;p14" title="vCom (4).png"/>
          <p:cNvPicPr preferRelativeResize="0"/>
          <p:nvPr/>
        </p:nvPicPr>
        <p:blipFill rotWithShape="1">
          <a:blip r:embed="rId3">
            <a:alphaModFix/>
          </a:blip>
          <a:srcRect l="10"/>
          <a:stretch/>
        </p:blipFill>
        <p:spPr>
          <a:xfrm>
            <a:off x="8255525" y="4855475"/>
            <a:ext cx="429000" cy="107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ubtitle &amp; 3-Columns (Light)">
  <p:cSld name="TITLE_AND_TWO_COLUMNS_1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5"/>
          <p:cNvSpPr txBox="1">
            <a:spLocks noGrp="1"/>
          </p:cNvSpPr>
          <p:nvPr>
            <p:ph type="title"/>
          </p:nvPr>
        </p:nvSpPr>
        <p:spPr>
          <a:xfrm>
            <a:off x="457200" y="480275"/>
            <a:ext cx="8229600" cy="393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15"/>
          <p:cNvSpPr txBox="1">
            <a:spLocks noGrp="1"/>
          </p:cNvSpPr>
          <p:nvPr>
            <p:ph type="sldNum" idx="12"/>
          </p:nvPr>
        </p:nvSpPr>
        <p:spPr>
          <a:xfrm>
            <a:off x="457200" y="4855464"/>
            <a:ext cx="177000" cy="107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7" name="Google Shape;97;p15"/>
          <p:cNvSpPr txBox="1">
            <a:spLocks noGrp="1"/>
          </p:cNvSpPr>
          <p:nvPr>
            <p:ph type="body" idx="1"/>
          </p:nvPr>
        </p:nvSpPr>
        <p:spPr>
          <a:xfrm>
            <a:off x="457200" y="1371600"/>
            <a:ext cx="2590800" cy="3291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302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marL="914400" lvl="1" indent="-304800" rtl="0">
              <a:spcBef>
                <a:spcPts val="100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292100" rtl="0"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 rtl="0">
              <a:spcBef>
                <a:spcPts val="50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 rtl="0">
              <a:spcBef>
                <a:spcPts val="50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 rtl="0">
              <a:spcBef>
                <a:spcPts val="50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 rtl="0">
              <a:spcBef>
                <a:spcPts val="50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 rtl="0">
              <a:spcBef>
                <a:spcPts val="50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 rtl="0">
              <a:spcBef>
                <a:spcPts val="500"/>
              </a:spcBef>
              <a:spcAft>
                <a:spcPts val="50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98" name="Google Shape;98;p15"/>
          <p:cNvSpPr txBox="1">
            <a:spLocks noGrp="1"/>
          </p:cNvSpPr>
          <p:nvPr>
            <p:ph type="body" idx="2"/>
          </p:nvPr>
        </p:nvSpPr>
        <p:spPr>
          <a:xfrm>
            <a:off x="3279325" y="1371600"/>
            <a:ext cx="2590800" cy="3291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302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marL="914400" lvl="1" indent="-304800" rtl="0">
              <a:spcBef>
                <a:spcPts val="100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292100" rtl="0"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 rtl="0">
              <a:spcBef>
                <a:spcPts val="50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 rtl="0">
              <a:spcBef>
                <a:spcPts val="50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 rtl="0">
              <a:spcBef>
                <a:spcPts val="50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 rtl="0">
              <a:spcBef>
                <a:spcPts val="50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 rtl="0">
              <a:spcBef>
                <a:spcPts val="50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 rtl="0">
              <a:spcBef>
                <a:spcPts val="500"/>
              </a:spcBef>
              <a:spcAft>
                <a:spcPts val="50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99" name="Google Shape;99;p15"/>
          <p:cNvSpPr txBox="1">
            <a:spLocks noGrp="1"/>
          </p:cNvSpPr>
          <p:nvPr>
            <p:ph type="subTitle" idx="3"/>
          </p:nvPr>
        </p:nvSpPr>
        <p:spPr>
          <a:xfrm>
            <a:off x="462775" y="922000"/>
            <a:ext cx="8229600" cy="231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Medium"/>
              <a:buNone/>
              <a:defRPr sz="1400">
                <a:latin typeface="Inter Medium"/>
                <a:ea typeface="Inter Medium"/>
                <a:cs typeface="Inter Medium"/>
                <a:sym typeface="Inter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spcBef>
                <a:spcPts val="800"/>
              </a:spcBef>
              <a:spcAft>
                <a:spcPts val="0"/>
              </a:spcAft>
              <a:buSzPts val="1000"/>
              <a:buNone/>
              <a:defRPr/>
            </a:lvl3pPr>
            <a:lvl4pPr lvl="3" rtl="0">
              <a:spcBef>
                <a:spcPts val="500"/>
              </a:spcBef>
              <a:spcAft>
                <a:spcPts val="0"/>
              </a:spcAft>
              <a:buSzPts val="1000"/>
              <a:buNone/>
              <a:defRPr/>
            </a:lvl4pPr>
            <a:lvl5pPr lvl="4" rtl="0">
              <a:spcBef>
                <a:spcPts val="500"/>
              </a:spcBef>
              <a:spcAft>
                <a:spcPts val="0"/>
              </a:spcAft>
              <a:buSzPts val="1000"/>
              <a:buNone/>
              <a:defRPr/>
            </a:lvl5pPr>
            <a:lvl6pPr lvl="5" rtl="0">
              <a:spcBef>
                <a:spcPts val="500"/>
              </a:spcBef>
              <a:spcAft>
                <a:spcPts val="0"/>
              </a:spcAft>
              <a:buSzPts val="1000"/>
              <a:buNone/>
              <a:defRPr/>
            </a:lvl6pPr>
            <a:lvl7pPr lvl="6" rtl="0">
              <a:spcBef>
                <a:spcPts val="500"/>
              </a:spcBef>
              <a:spcAft>
                <a:spcPts val="0"/>
              </a:spcAft>
              <a:buSzPts val="1000"/>
              <a:buNone/>
              <a:defRPr/>
            </a:lvl7pPr>
            <a:lvl8pPr lvl="7" rtl="0">
              <a:spcBef>
                <a:spcPts val="500"/>
              </a:spcBef>
              <a:spcAft>
                <a:spcPts val="0"/>
              </a:spcAft>
              <a:buSzPts val="1000"/>
              <a:buNone/>
              <a:defRPr/>
            </a:lvl8pPr>
            <a:lvl9pPr lvl="8" rtl="0">
              <a:spcBef>
                <a:spcPts val="500"/>
              </a:spcBef>
              <a:spcAft>
                <a:spcPts val="500"/>
              </a:spcAft>
              <a:buSzPts val="10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15"/>
          <p:cNvSpPr txBox="1"/>
          <p:nvPr/>
        </p:nvSpPr>
        <p:spPr>
          <a:xfrm>
            <a:off x="634200" y="4855994"/>
            <a:ext cx="24138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Proprietary &amp; Confidential</a:t>
            </a:r>
            <a:endParaRPr sz="7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1" name="Google Shape;101;p15"/>
          <p:cNvSpPr txBox="1">
            <a:spLocks noGrp="1"/>
          </p:cNvSpPr>
          <p:nvPr>
            <p:ph type="body" idx="4"/>
          </p:nvPr>
        </p:nvSpPr>
        <p:spPr>
          <a:xfrm>
            <a:off x="6101450" y="1371600"/>
            <a:ext cx="2590800" cy="3291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302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marL="914400" lvl="1" indent="-304800" rtl="0">
              <a:spcBef>
                <a:spcPts val="100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292100" rtl="0"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 rtl="0">
              <a:spcBef>
                <a:spcPts val="50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 rtl="0">
              <a:spcBef>
                <a:spcPts val="50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 rtl="0">
              <a:spcBef>
                <a:spcPts val="50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 rtl="0">
              <a:spcBef>
                <a:spcPts val="50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 rtl="0">
              <a:spcBef>
                <a:spcPts val="50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 rtl="0">
              <a:spcBef>
                <a:spcPts val="500"/>
              </a:spcBef>
              <a:spcAft>
                <a:spcPts val="50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pic>
        <p:nvPicPr>
          <p:cNvPr id="102" name="Google Shape;102;p15" title="vCom (3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55525" y="4855475"/>
            <a:ext cx="429000" cy="107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ubtitle &amp; 3-Columns (Dark)">
  <p:cSld name="TITLE_AND_TWO_COLUMNS_1_1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6"/>
          <p:cNvSpPr txBox="1">
            <a:spLocks noGrp="1"/>
          </p:cNvSpPr>
          <p:nvPr>
            <p:ph type="body" idx="1"/>
          </p:nvPr>
        </p:nvSpPr>
        <p:spPr>
          <a:xfrm>
            <a:off x="6101450" y="1371600"/>
            <a:ext cx="2590800" cy="3291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30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>
                <a:solidFill>
                  <a:schemeClr val="lt1"/>
                </a:solidFill>
              </a:defRPr>
            </a:lvl1pPr>
            <a:lvl2pPr marL="914400" lvl="1" indent="-304800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>
                <a:solidFill>
                  <a:schemeClr val="lt1"/>
                </a:solidFill>
              </a:defRPr>
            </a:lvl2pPr>
            <a:lvl3pPr marL="1371600" lvl="2" indent="-292100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marL="1828800" lvl="3" indent="-292100" rtl="0"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>
                <a:solidFill>
                  <a:schemeClr val="lt2"/>
                </a:solidFill>
              </a:defRPr>
            </a:lvl4pPr>
            <a:lvl5pPr marL="2286000" lvl="4" indent="-292100" rtl="0"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>
                <a:solidFill>
                  <a:schemeClr val="lt2"/>
                </a:solidFill>
              </a:defRPr>
            </a:lvl5pPr>
            <a:lvl6pPr marL="2743200" lvl="5" indent="-292100" rtl="0"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>
                <a:solidFill>
                  <a:schemeClr val="lt2"/>
                </a:solidFill>
              </a:defRPr>
            </a:lvl6pPr>
            <a:lvl7pPr marL="3200400" lvl="6" indent="-292100" rtl="0"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>
                <a:solidFill>
                  <a:schemeClr val="lt2"/>
                </a:solidFill>
              </a:defRPr>
            </a:lvl7pPr>
            <a:lvl8pPr marL="3657600" lvl="7" indent="-292100" rtl="0"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>
                <a:solidFill>
                  <a:schemeClr val="lt2"/>
                </a:solidFill>
              </a:defRPr>
            </a:lvl8pPr>
            <a:lvl9pPr marL="4114800" lvl="8" indent="-292100" rtl="0">
              <a:spcBef>
                <a:spcPts val="500"/>
              </a:spcBef>
              <a:spcAft>
                <a:spcPts val="500"/>
              </a:spcAft>
              <a:buClr>
                <a:schemeClr val="lt2"/>
              </a:buClr>
              <a:buSzPts val="1000"/>
              <a:buChar char="■"/>
              <a:defRPr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105" name="Google Shape;105;p16"/>
          <p:cNvSpPr txBox="1">
            <a:spLocks noGrp="1"/>
          </p:cNvSpPr>
          <p:nvPr>
            <p:ph type="title"/>
          </p:nvPr>
        </p:nvSpPr>
        <p:spPr>
          <a:xfrm>
            <a:off x="457200" y="480275"/>
            <a:ext cx="8229600" cy="393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>
                <a:solidFill>
                  <a:schemeClr val="dk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>
                <a:solidFill>
                  <a:schemeClr val="dk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>
                <a:solidFill>
                  <a:schemeClr val="dk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>
                <a:solidFill>
                  <a:schemeClr val="dk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>
                <a:solidFill>
                  <a:schemeClr val="dk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>
                <a:solidFill>
                  <a:schemeClr val="dk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>
                <a:solidFill>
                  <a:schemeClr val="dk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06" name="Google Shape;106;p16"/>
          <p:cNvSpPr txBox="1">
            <a:spLocks noGrp="1"/>
          </p:cNvSpPr>
          <p:nvPr>
            <p:ph type="sldNum" idx="12"/>
          </p:nvPr>
        </p:nvSpPr>
        <p:spPr>
          <a:xfrm>
            <a:off x="457200" y="4855464"/>
            <a:ext cx="177000" cy="107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7" name="Google Shape;107;p16"/>
          <p:cNvSpPr txBox="1">
            <a:spLocks noGrp="1"/>
          </p:cNvSpPr>
          <p:nvPr>
            <p:ph type="body" idx="2"/>
          </p:nvPr>
        </p:nvSpPr>
        <p:spPr>
          <a:xfrm>
            <a:off x="457200" y="1371600"/>
            <a:ext cx="2590800" cy="3291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30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>
                <a:solidFill>
                  <a:schemeClr val="lt1"/>
                </a:solidFill>
              </a:defRPr>
            </a:lvl1pPr>
            <a:lvl2pPr marL="914400" lvl="1" indent="-304800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>
                <a:solidFill>
                  <a:schemeClr val="lt1"/>
                </a:solidFill>
              </a:defRPr>
            </a:lvl2pPr>
            <a:lvl3pPr marL="1371600" lvl="2" indent="-292100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marL="1828800" lvl="3" indent="-292100" rtl="0"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>
                <a:solidFill>
                  <a:schemeClr val="lt2"/>
                </a:solidFill>
              </a:defRPr>
            </a:lvl4pPr>
            <a:lvl5pPr marL="2286000" lvl="4" indent="-292100" rtl="0"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>
                <a:solidFill>
                  <a:schemeClr val="lt2"/>
                </a:solidFill>
              </a:defRPr>
            </a:lvl5pPr>
            <a:lvl6pPr marL="2743200" lvl="5" indent="-292100" rtl="0"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>
                <a:solidFill>
                  <a:schemeClr val="lt2"/>
                </a:solidFill>
              </a:defRPr>
            </a:lvl6pPr>
            <a:lvl7pPr marL="3200400" lvl="6" indent="-292100" rtl="0"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>
                <a:solidFill>
                  <a:schemeClr val="lt2"/>
                </a:solidFill>
              </a:defRPr>
            </a:lvl7pPr>
            <a:lvl8pPr marL="3657600" lvl="7" indent="-292100" rtl="0"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>
                <a:solidFill>
                  <a:schemeClr val="lt2"/>
                </a:solidFill>
              </a:defRPr>
            </a:lvl8pPr>
            <a:lvl9pPr marL="4114800" lvl="8" indent="-292100" rtl="0">
              <a:spcBef>
                <a:spcPts val="500"/>
              </a:spcBef>
              <a:spcAft>
                <a:spcPts val="500"/>
              </a:spcAft>
              <a:buClr>
                <a:schemeClr val="lt2"/>
              </a:buClr>
              <a:buSzPts val="1000"/>
              <a:buChar char="■"/>
              <a:defRPr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108" name="Google Shape;108;p16"/>
          <p:cNvSpPr txBox="1">
            <a:spLocks noGrp="1"/>
          </p:cNvSpPr>
          <p:nvPr>
            <p:ph type="body" idx="3"/>
          </p:nvPr>
        </p:nvSpPr>
        <p:spPr>
          <a:xfrm>
            <a:off x="3279325" y="1371600"/>
            <a:ext cx="2590800" cy="3291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30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>
                <a:solidFill>
                  <a:schemeClr val="lt1"/>
                </a:solidFill>
              </a:defRPr>
            </a:lvl1pPr>
            <a:lvl2pPr marL="914400" lvl="1" indent="-304800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>
                <a:solidFill>
                  <a:schemeClr val="lt1"/>
                </a:solidFill>
              </a:defRPr>
            </a:lvl2pPr>
            <a:lvl3pPr marL="1371600" lvl="2" indent="-292100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marL="1828800" lvl="3" indent="-292100" rtl="0"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>
                <a:solidFill>
                  <a:schemeClr val="lt2"/>
                </a:solidFill>
              </a:defRPr>
            </a:lvl4pPr>
            <a:lvl5pPr marL="2286000" lvl="4" indent="-292100" rtl="0"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>
                <a:solidFill>
                  <a:schemeClr val="lt2"/>
                </a:solidFill>
              </a:defRPr>
            </a:lvl5pPr>
            <a:lvl6pPr marL="2743200" lvl="5" indent="-292100" rtl="0"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>
                <a:solidFill>
                  <a:schemeClr val="lt2"/>
                </a:solidFill>
              </a:defRPr>
            </a:lvl6pPr>
            <a:lvl7pPr marL="3200400" lvl="6" indent="-292100" rtl="0"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>
                <a:solidFill>
                  <a:schemeClr val="lt2"/>
                </a:solidFill>
              </a:defRPr>
            </a:lvl7pPr>
            <a:lvl8pPr marL="3657600" lvl="7" indent="-292100" rtl="0"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>
                <a:solidFill>
                  <a:schemeClr val="lt2"/>
                </a:solidFill>
              </a:defRPr>
            </a:lvl8pPr>
            <a:lvl9pPr marL="4114800" lvl="8" indent="-292100" rtl="0">
              <a:spcBef>
                <a:spcPts val="500"/>
              </a:spcBef>
              <a:spcAft>
                <a:spcPts val="500"/>
              </a:spcAft>
              <a:buClr>
                <a:schemeClr val="lt2"/>
              </a:buClr>
              <a:buSzPts val="1000"/>
              <a:buChar char="■"/>
              <a:defRPr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109" name="Google Shape;109;p16"/>
          <p:cNvSpPr txBox="1">
            <a:spLocks noGrp="1"/>
          </p:cNvSpPr>
          <p:nvPr>
            <p:ph type="subTitle" idx="4"/>
          </p:nvPr>
        </p:nvSpPr>
        <p:spPr>
          <a:xfrm>
            <a:off x="462775" y="922000"/>
            <a:ext cx="8229600" cy="231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nter Medium"/>
              <a:buNone/>
              <a:defRPr sz="1400">
                <a:solidFill>
                  <a:schemeClr val="dk2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2pPr>
            <a:lvl3pPr lvl="2" rtl="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>
                <a:solidFill>
                  <a:schemeClr val="dk2"/>
                </a:solidFill>
              </a:defRPr>
            </a:lvl3pPr>
            <a:lvl4pPr lvl="3" rtl="0"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>
                <a:solidFill>
                  <a:schemeClr val="dk2"/>
                </a:solidFill>
              </a:defRPr>
            </a:lvl4pPr>
            <a:lvl5pPr lvl="4" rtl="0"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>
                <a:solidFill>
                  <a:schemeClr val="dk2"/>
                </a:solidFill>
              </a:defRPr>
            </a:lvl5pPr>
            <a:lvl6pPr lvl="5" rtl="0"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>
                <a:solidFill>
                  <a:schemeClr val="dk2"/>
                </a:solidFill>
              </a:defRPr>
            </a:lvl6pPr>
            <a:lvl7pPr lvl="6" rtl="0"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>
                <a:solidFill>
                  <a:schemeClr val="dk2"/>
                </a:solidFill>
              </a:defRPr>
            </a:lvl7pPr>
            <a:lvl8pPr lvl="7" rtl="0"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>
                <a:solidFill>
                  <a:schemeClr val="dk2"/>
                </a:solidFill>
              </a:defRPr>
            </a:lvl8pPr>
            <a:lvl9pPr lvl="8" rtl="0">
              <a:spcBef>
                <a:spcPts val="500"/>
              </a:spcBef>
              <a:spcAft>
                <a:spcPts val="500"/>
              </a:spcAft>
              <a:buClr>
                <a:schemeClr val="dk2"/>
              </a:buClr>
              <a:buSzPts val="1000"/>
              <a:buNone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10" name="Google Shape;110;p16"/>
          <p:cNvSpPr txBox="1"/>
          <p:nvPr/>
        </p:nvSpPr>
        <p:spPr>
          <a:xfrm>
            <a:off x="634200" y="4855464"/>
            <a:ext cx="24138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Proprietary &amp; Confidential</a:t>
            </a:r>
            <a:endParaRPr sz="7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11" name="Google Shape;111;p16" title="vCom (4).png"/>
          <p:cNvPicPr preferRelativeResize="0"/>
          <p:nvPr/>
        </p:nvPicPr>
        <p:blipFill rotWithShape="1">
          <a:blip r:embed="rId3">
            <a:alphaModFix/>
          </a:blip>
          <a:srcRect l="10"/>
          <a:stretch/>
        </p:blipFill>
        <p:spPr>
          <a:xfrm>
            <a:off x="8255525" y="4855475"/>
            <a:ext cx="429000" cy="107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&amp; Right-Graphic (Light)">
  <p:cSld name="TITLE_AND_TWO_COLUMNS_2_1"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7"/>
          <p:cNvSpPr/>
          <p:nvPr/>
        </p:nvSpPr>
        <p:spPr>
          <a:xfrm>
            <a:off x="3279325" y="7975"/>
            <a:ext cx="58647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457200" y="480275"/>
            <a:ext cx="2590800" cy="1234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115" name="Google Shape;115;p17"/>
          <p:cNvSpPr txBox="1">
            <a:spLocks noGrp="1"/>
          </p:cNvSpPr>
          <p:nvPr>
            <p:ph type="sldNum" idx="12"/>
          </p:nvPr>
        </p:nvSpPr>
        <p:spPr>
          <a:xfrm>
            <a:off x="457200" y="4855464"/>
            <a:ext cx="177000" cy="107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6" name="Google Shape;116;p17"/>
          <p:cNvSpPr txBox="1">
            <a:spLocks noGrp="1"/>
          </p:cNvSpPr>
          <p:nvPr>
            <p:ph type="body" idx="1"/>
          </p:nvPr>
        </p:nvSpPr>
        <p:spPr>
          <a:xfrm>
            <a:off x="457200" y="1943100"/>
            <a:ext cx="2590800" cy="272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302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marL="914400" lvl="1" indent="-304800" rtl="0">
              <a:spcBef>
                <a:spcPts val="100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292100" rtl="0"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 rtl="0">
              <a:spcBef>
                <a:spcPts val="50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 rtl="0">
              <a:spcBef>
                <a:spcPts val="50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 rtl="0">
              <a:spcBef>
                <a:spcPts val="50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 rtl="0">
              <a:spcBef>
                <a:spcPts val="50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 rtl="0">
              <a:spcBef>
                <a:spcPts val="50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 rtl="0">
              <a:spcBef>
                <a:spcPts val="500"/>
              </a:spcBef>
              <a:spcAft>
                <a:spcPts val="50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17" name="Google Shape;117;p17"/>
          <p:cNvSpPr>
            <a:spLocks noGrp="1"/>
          </p:cNvSpPr>
          <p:nvPr>
            <p:ph type="pic" idx="2"/>
          </p:nvPr>
        </p:nvSpPr>
        <p:spPr>
          <a:xfrm>
            <a:off x="3710250" y="494700"/>
            <a:ext cx="4976700" cy="4168500"/>
          </a:xfrm>
          <a:prstGeom prst="rect">
            <a:avLst/>
          </a:prstGeom>
          <a:noFill/>
          <a:ln>
            <a:noFill/>
          </a:ln>
        </p:spPr>
      </p:sp>
      <p:sp>
        <p:nvSpPr>
          <p:cNvPr id="118" name="Google Shape;118;p17"/>
          <p:cNvSpPr txBox="1"/>
          <p:nvPr/>
        </p:nvSpPr>
        <p:spPr>
          <a:xfrm>
            <a:off x="634200" y="4855994"/>
            <a:ext cx="24138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Proprietary &amp; Confidential</a:t>
            </a:r>
            <a:endParaRPr sz="7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19" name="Google Shape;119;p17" title="vCom (3)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255525" y="4855475"/>
            <a:ext cx="429000" cy="107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entered Layout (Dark)">
  <p:cSld name="CUSTOM_3">
    <p:bg>
      <p:bgPr>
        <a:solidFill>
          <a:schemeClr val="dk1"/>
        </a:solidFill>
        <a:effectLst/>
      </p:bgPr>
    </p:bg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0"/>
          <p:cNvSpPr/>
          <p:nvPr/>
        </p:nvSpPr>
        <p:spPr>
          <a:xfrm>
            <a:off x="75" y="1946900"/>
            <a:ext cx="9144000" cy="3196500"/>
          </a:xfrm>
          <a:prstGeom prst="rect">
            <a:avLst/>
          </a:prstGeom>
          <a:solidFill>
            <a:srgbClr val="210F4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p20"/>
          <p:cNvSpPr txBox="1">
            <a:spLocks noGrp="1"/>
          </p:cNvSpPr>
          <p:nvPr>
            <p:ph type="title"/>
          </p:nvPr>
        </p:nvSpPr>
        <p:spPr>
          <a:xfrm>
            <a:off x="457200" y="480275"/>
            <a:ext cx="8229600" cy="393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144" name="Google Shape;144;p20"/>
          <p:cNvSpPr txBox="1">
            <a:spLocks noGrp="1"/>
          </p:cNvSpPr>
          <p:nvPr>
            <p:ph type="subTitle" idx="1"/>
          </p:nvPr>
        </p:nvSpPr>
        <p:spPr>
          <a:xfrm>
            <a:off x="454800" y="1097274"/>
            <a:ext cx="8229600" cy="617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>
                <a:solidFill>
                  <a:schemeClr val="lt1"/>
                </a:solidFill>
              </a:defRPr>
            </a:lvl1pPr>
            <a:lvl2pPr lvl="1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2pPr>
            <a:lvl3pPr lvl="2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3pPr>
            <a:lvl4pPr lvl="3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4pPr>
            <a:lvl5pPr lvl="4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5pPr>
            <a:lvl6pPr lvl="5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6pPr>
            <a:lvl7pPr lvl="6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7pPr>
            <a:lvl8pPr lvl="7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8pPr>
            <a:lvl9pPr lvl="8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45" name="Google Shape;145;p20"/>
          <p:cNvSpPr txBox="1">
            <a:spLocks noGrp="1"/>
          </p:cNvSpPr>
          <p:nvPr>
            <p:ph type="subTitle" idx="2"/>
          </p:nvPr>
        </p:nvSpPr>
        <p:spPr>
          <a:xfrm>
            <a:off x="470775" y="3431000"/>
            <a:ext cx="2577300" cy="1232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2pPr>
            <a:lvl3pPr lvl="2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3pPr>
            <a:lvl4pPr lvl="3" rtl="0"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4pPr>
            <a:lvl5pPr lvl="4" rtl="0"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5pPr>
            <a:lvl6pPr lvl="5" rtl="0"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6pPr>
            <a:lvl7pPr lvl="6" rtl="0"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7pPr>
            <a:lvl8pPr lvl="7" rtl="0"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8pPr>
            <a:lvl9pPr lvl="8" rtl="0">
              <a:spcBef>
                <a:spcPts val="500"/>
              </a:spcBef>
              <a:spcAft>
                <a:spcPts val="50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46" name="Google Shape;146;p20"/>
          <p:cNvSpPr txBox="1">
            <a:spLocks noGrp="1"/>
          </p:cNvSpPr>
          <p:nvPr>
            <p:ph type="subTitle" idx="3"/>
          </p:nvPr>
        </p:nvSpPr>
        <p:spPr>
          <a:xfrm>
            <a:off x="3280950" y="3431000"/>
            <a:ext cx="2577300" cy="1232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2pPr>
            <a:lvl3pPr lvl="2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3pPr>
            <a:lvl4pPr lvl="3" rtl="0"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4pPr>
            <a:lvl5pPr lvl="4" rtl="0"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5pPr>
            <a:lvl6pPr lvl="5" rtl="0"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6pPr>
            <a:lvl7pPr lvl="6" rtl="0"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7pPr>
            <a:lvl8pPr lvl="7" rtl="0"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8pPr>
            <a:lvl9pPr lvl="8" rtl="0">
              <a:spcBef>
                <a:spcPts val="500"/>
              </a:spcBef>
              <a:spcAft>
                <a:spcPts val="50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47" name="Google Shape;147;p20"/>
          <p:cNvSpPr txBox="1">
            <a:spLocks noGrp="1"/>
          </p:cNvSpPr>
          <p:nvPr>
            <p:ph type="subTitle" idx="4"/>
          </p:nvPr>
        </p:nvSpPr>
        <p:spPr>
          <a:xfrm>
            <a:off x="6091125" y="3431000"/>
            <a:ext cx="2577300" cy="1232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2pPr>
            <a:lvl3pPr lvl="2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3pPr>
            <a:lvl4pPr lvl="3" rtl="0"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4pPr>
            <a:lvl5pPr lvl="4" rtl="0"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5pPr>
            <a:lvl6pPr lvl="5" rtl="0"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6pPr>
            <a:lvl7pPr lvl="6" rtl="0"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7pPr>
            <a:lvl8pPr lvl="7" rtl="0"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8pPr>
            <a:lvl9pPr lvl="8" rtl="0">
              <a:spcBef>
                <a:spcPts val="500"/>
              </a:spcBef>
              <a:spcAft>
                <a:spcPts val="50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48" name="Google Shape;148;p20"/>
          <p:cNvSpPr>
            <a:spLocks noGrp="1"/>
          </p:cNvSpPr>
          <p:nvPr>
            <p:ph type="pic" idx="5"/>
          </p:nvPr>
        </p:nvSpPr>
        <p:spPr>
          <a:xfrm>
            <a:off x="462775" y="1946900"/>
            <a:ext cx="2577300" cy="1253400"/>
          </a:xfrm>
          <a:prstGeom prst="rect">
            <a:avLst/>
          </a:prstGeom>
          <a:noFill/>
          <a:ln>
            <a:noFill/>
          </a:ln>
        </p:spPr>
      </p:sp>
      <p:sp>
        <p:nvSpPr>
          <p:cNvPr id="149" name="Google Shape;149;p20"/>
          <p:cNvSpPr>
            <a:spLocks noGrp="1"/>
          </p:cNvSpPr>
          <p:nvPr>
            <p:ph type="pic" idx="6"/>
          </p:nvPr>
        </p:nvSpPr>
        <p:spPr>
          <a:xfrm>
            <a:off x="3287375" y="1946900"/>
            <a:ext cx="2577300" cy="1253400"/>
          </a:xfrm>
          <a:prstGeom prst="rect">
            <a:avLst/>
          </a:prstGeom>
          <a:noFill/>
          <a:ln>
            <a:noFill/>
          </a:ln>
        </p:spPr>
      </p:sp>
      <p:sp>
        <p:nvSpPr>
          <p:cNvPr id="150" name="Google Shape;150;p20"/>
          <p:cNvSpPr>
            <a:spLocks noGrp="1"/>
          </p:cNvSpPr>
          <p:nvPr>
            <p:ph type="pic" idx="7"/>
          </p:nvPr>
        </p:nvSpPr>
        <p:spPr>
          <a:xfrm>
            <a:off x="6091125" y="1946900"/>
            <a:ext cx="2577300" cy="1253400"/>
          </a:xfrm>
          <a:prstGeom prst="rect">
            <a:avLst/>
          </a:prstGeom>
          <a:noFill/>
          <a:ln>
            <a:noFill/>
          </a:ln>
        </p:spPr>
      </p:sp>
      <p:sp>
        <p:nvSpPr>
          <p:cNvPr id="151" name="Google Shape;151;p20"/>
          <p:cNvSpPr txBox="1">
            <a:spLocks noGrp="1"/>
          </p:cNvSpPr>
          <p:nvPr>
            <p:ph type="sldNum" idx="12"/>
          </p:nvPr>
        </p:nvSpPr>
        <p:spPr>
          <a:xfrm>
            <a:off x="457200" y="4855464"/>
            <a:ext cx="177000" cy="107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2" name="Google Shape;152;p20"/>
          <p:cNvSpPr txBox="1"/>
          <p:nvPr/>
        </p:nvSpPr>
        <p:spPr>
          <a:xfrm>
            <a:off x="634200" y="4855464"/>
            <a:ext cx="24138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Proprietary &amp; Confidential</a:t>
            </a:r>
            <a:endParaRPr sz="7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53" name="Google Shape;153;p20" title="vCom (4).png"/>
          <p:cNvPicPr preferRelativeResize="0"/>
          <p:nvPr/>
        </p:nvPicPr>
        <p:blipFill rotWithShape="1">
          <a:blip r:embed="rId2">
            <a:alphaModFix/>
          </a:blip>
          <a:srcRect l="10"/>
          <a:stretch/>
        </p:blipFill>
        <p:spPr>
          <a:xfrm>
            <a:off x="8255525" y="4855475"/>
            <a:ext cx="429000" cy="107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Right-Image (Light)">
  <p:cSld name="CUSTOM_1"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1"/>
          <p:cNvSpPr txBox="1">
            <a:spLocks noGrp="1"/>
          </p:cNvSpPr>
          <p:nvPr>
            <p:ph type="title"/>
          </p:nvPr>
        </p:nvSpPr>
        <p:spPr>
          <a:xfrm>
            <a:off x="457200" y="480275"/>
            <a:ext cx="2590800" cy="1234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156" name="Google Shape;156;p21"/>
          <p:cNvSpPr txBox="1">
            <a:spLocks noGrp="1"/>
          </p:cNvSpPr>
          <p:nvPr>
            <p:ph type="sldNum" idx="12"/>
          </p:nvPr>
        </p:nvSpPr>
        <p:spPr>
          <a:xfrm>
            <a:off x="457200" y="4855464"/>
            <a:ext cx="177000" cy="107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7" name="Google Shape;157;p21"/>
          <p:cNvSpPr txBox="1">
            <a:spLocks noGrp="1"/>
          </p:cNvSpPr>
          <p:nvPr>
            <p:ph type="body" idx="1"/>
          </p:nvPr>
        </p:nvSpPr>
        <p:spPr>
          <a:xfrm>
            <a:off x="457200" y="1943100"/>
            <a:ext cx="2590800" cy="272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302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marL="914400" lvl="1" indent="-304800" rtl="0">
              <a:spcBef>
                <a:spcPts val="100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292100" rtl="0"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 rtl="0">
              <a:spcBef>
                <a:spcPts val="50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 rtl="0">
              <a:spcBef>
                <a:spcPts val="50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 rtl="0">
              <a:spcBef>
                <a:spcPts val="50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 rtl="0">
              <a:spcBef>
                <a:spcPts val="50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 rtl="0">
              <a:spcBef>
                <a:spcPts val="50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 rtl="0">
              <a:spcBef>
                <a:spcPts val="500"/>
              </a:spcBef>
              <a:spcAft>
                <a:spcPts val="50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58" name="Google Shape;158;p21"/>
          <p:cNvSpPr txBox="1">
            <a:spLocks noGrp="1"/>
          </p:cNvSpPr>
          <p:nvPr>
            <p:ph type="body" idx="2"/>
          </p:nvPr>
        </p:nvSpPr>
        <p:spPr>
          <a:xfrm>
            <a:off x="3276600" y="1943100"/>
            <a:ext cx="2590800" cy="272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302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marL="914400" lvl="1" indent="-304800" rtl="0">
              <a:spcBef>
                <a:spcPts val="100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292100" rtl="0"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 rtl="0">
              <a:spcBef>
                <a:spcPts val="50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 rtl="0">
              <a:spcBef>
                <a:spcPts val="50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 rtl="0">
              <a:spcBef>
                <a:spcPts val="50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 rtl="0">
              <a:spcBef>
                <a:spcPts val="50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 rtl="0">
              <a:spcBef>
                <a:spcPts val="50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 rtl="0">
              <a:spcBef>
                <a:spcPts val="500"/>
              </a:spcBef>
              <a:spcAft>
                <a:spcPts val="50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59" name="Google Shape;159;p21"/>
          <p:cNvSpPr>
            <a:spLocks noGrp="1"/>
          </p:cNvSpPr>
          <p:nvPr>
            <p:ph type="pic" idx="3"/>
          </p:nvPr>
        </p:nvSpPr>
        <p:spPr>
          <a:xfrm>
            <a:off x="6111950" y="486725"/>
            <a:ext cx="2574900" cy="4176600"/>
          </a:xfrm>
          <a:prstGeom prst="rect">
            <a:avLst/>
          </a:prstGeom>
          <a:noFill/>
          <a:ln>
            <a:noFill/>
          </a:ln>
        </p:spPr>
      </p:sp>
      <p:sp>
        <p:nvSpPr>
          <p:cNvPr id="160" name="Google Shape;160;p21"/>
          <p:cNvSpPr txBox="1"/>
          <p:nvPr/>
        </p:nvSpPr>
        <p:spPr>
          <a:xfrm>
            <a:off x="634200" y="4855994"/>
            <a:ext cx="24138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Proprietary &amp; Confidential</a:t>
            </a:r>
            <a:endParaRPr sz="7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61" name="Google Shape;161;p21" title="vCom (3)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255525" y="4855475"/>
            <a:ext cx="429000" cy="107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Right-Image (Dark)">
  <p:cSld name="CUSTOM_1_2">
    <p:bg>
      <p:bgPr>
        <a:solidFill>
          <a:schemeClr val="dk1"/>
        </a:solidFill>
        <a:effectLst/>
      </p:bgPr>
    </p:bg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2"/>
          <p:cNvSpPr txBox="1">
            <a:spLocks noGrp="1"/>
          </p:cNvSpPr>
          <p:nvPr>
            <p:ph type="title"/>
          </p:nvPr>
        </p:nvSpPr>
        <p:spPr>
          <a:xfrm>
            <a:off x="457200" y="480275"/>
            <a:ext cx="2590800" cy="1234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164" name="Google Shape;164;p22"/>
          <p:cNvSpPr txBox="1">
            <a:spLocks noGrp="1"/>
          </p:cNvSpPr>
          <p:nvPr>
            <p:ph type="sldNum" idx="12"/>
          </p:nvPr>
        </p:nvSpPr>
        <p:spPr>
          <a:xfrm>
            <a:off x="457200" y="4855464"/>
            <a:ext cx="177000" cy="107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5" name="Google Shape;165;p22"/>
          <p:cNvSpPr txBox="1">
            <a:spLocks noGrp="1"/>
          </p:cNvSpPr>
          <p:nvPr>
            <p:ph type="body" idx="1"/>
          </p:nvPr>
        </p:nvSpPr>
        <p:spPr>
          <a:xfrm>
            <a:off x="457200" y="1943100"/>
            <a:ext cx="2590800" cy="272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30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>
                <a:solidFill>
                  <a:schemeClr val="lt1"/>
                </a:solidFill>
              </a:defRPr>
            </a:lvl1pPr>
            <a:lvl2pPr marL="914400" lvl="1" indent="-304800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>
                <a:solidFill>
                  <a:schemeClr val="lt1"/>
                </a:solidFill>
              </a:defRPr>
            </a:lvl2pPr>
            <a:lvl3pPr marL="1371600" lvl="2" indent="-292100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marL="1828800" lvl="3" indent="-292100" rtl="0"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>
                <a:solidFill>
                  <a:schemeClr val="lt2"/>
                </a:solidFill>
              </a:defRPr>
            </a:lvl4pPr>
            <a:lvl5pPr marL="2286000" lvl="4" indent="-292100" rtl="0"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>
                <a:solidFill>
                  <a:schemeClr val="lt2"/>
                </a:solidFill>
              </a:defRPr>
            </a:lvl5pPr>
            <a:lvl6pPr marL="2743200" lvl="5" indent="-292100" rtl="0"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>
                <a:solidFill>
                  <a:schemeClr val="lt2"/>
                </a:solidFill>
              </a:defRPr>
            </a:lvl6pPr>
            <a:lvl7pPr marL="3200400" lvl="6" indent="-292100" rtl="0"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>
                <a:solidFill>
                  <a:schemeClr val="lt2"/>
                </a:solidFill>
              </a:defRPr>
            </a:lvl7pPr>
            <a:lvl8pPr marL="3657600" lvl="7" indent="-292100" rtl="0"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>
                <a:solidFill>
                  <a:schemeClr val="lt2"/>
                </a:solidFill>
              </a:defRPr>
            </a:lvl8pPr>
            <a:lvl9pPr marL="4114800" lvl="8" indent="-292100" rtl="0">
              <a:spcBef>
                <a:spcPts val="500"/>
              </a:spcBef>
              <a:spcAft>
                <a:spcPts val="500"/>
              </a:spcAft>
              <a:buClr>
                <a:schemeClr val="lt2"/>
              </a:buClr>
              <a:buSzPts val="1000"/>
              <a:buChar char="■"/>
              <a:defRPr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166" name="Google Shape;166;p22"/>
          <p:cNvSpPr txBox="1">
            <a:spLocks noGrp="1"/>
          </p:cNvSpPr>
          <p:nvPr>
            <p:ph type="body" idx="2"/>
          </p:nvPr>
        </p:nvSpPr>
        <p:spPr>
          <a:xfrm>
            <a:off x="3276600" y="1943100"/>
            <a:ext cx="2590800" cy="272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30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>
                <a:solidFill>
                  <a:schemeClr val="lt1"/>
                </a:solidFill>
              </a:defRPr>
            </a:lvl1pPr>
            <a:lvl2pPr marL="914400" lvl="1" indent="-304800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>
                <a:solidFill>
                  <a:schemeClr val="lt1"/>
                </a:solidFill>
              </a:defRPr>
            </a:lvl2pPr>
            <a:lvl3pPr marL="1371600" lvl="2" indent="-292100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marL="1828800" lvl="3" indent="-292100" rtl="0"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>
                <a:solidFill>
                  <a:schemeClr val="lt2"/>
                </a:solidFill>
              </a:defRPr>
            </a:lvl4pPr>
            <a:lvl5pPr marL="2286000" lvl="4" indent="-292100" rtl="0"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>
                <a:solidFill>
                  <a:schemeClr val="lt2"/>
                </a:solidFill>
              </a:defRPr>
            </a:lvl5pPr>
            <a:lvl6pPr marL="2743200" lvl="5" indent="-292100" rtl="0"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>
                <a:solidFill>
                  <a:schemeClr val="lt2"/>
                </a:solidFill>
              </a:defRPr>
            </a:lvl6pPr>
            <a:lvl7pPr marL="3200400" lvl="6" indent="-292100" rtl="0"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>
                <a:solidFill>
                  <a:schemeClr val="lt2"/>
                </a:solidFill>
              </a:defRPr>
            </a:lvl7pPr>
            <a:lvl8pPr marL="3657600" lvl="7" indent="-292100" rtl="0"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>
                <a:solidFill>
                  <a:schemeClr val="lt2"/>
                </a:solidFill>
              </a:defRPr>
            </a:lvl8pPr>
            <a:lvl9pPr marL="4114800" lvl="8" indent="-292100" rtl="0">
              <a:spcBef>
                <a:spcPts val="500"/>
              </a:spcBef>
              <a:spcAft>
                <a:spcPts val="500"/>
              </a:spcAft>
              <a:buClr>
                <a:schemeClr val="lt2"/>
              </a:buClr>
              <a:buSzPts val="1000"/>
              <a:buChar char="■"/>
              <a:defRPr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167" name="Google Shape;167;p22"/>
          <p:cNvSpPr>
            <a:spLocks noGrp="1"/>
          </p:cNvSpPr>
          <p:nvPr>
            <p:ph type="pic" idx="3"/>
          </p:nvPr>
        </p:nvSpPr>
        <p:spPr>
          <a:xfrm>
            <a:off x="6111950" y="486725"/>
            <a:ext cx="2574900" cy="4176600"/>
          </a:xfrm>
          <a:prstGeom prst="rect">
            <a:avLst/>
          </a:prstGeom>
          <a:noFill/>
          <a:ln>
            <a:noFill/>
          </a:ln>
        </p:spPr>
      </p:sp>
      <p:sp>
        <p:nvSpPr>
          <p:cNvPr id="168" name="Google Shape;168;p22"/>
          <p:cNvSpPr txBox="1"/>
          <p:nvPr/>
        </p:nvSpPr>
        <p:spPr>
          <a:xfrm>
            <a:off x="634200" y="4846850"/>
            <a:ext cx="24138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Proprietary &amp; Confidential</a:t>
            </a:r>
            <a:endParaRPr sz="8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9" name="Google Shape;169;p22"/>
          <p:cNvSpPr txBox="1">
            <a:spLocks noGrp="1"/>
          </p:cNvSpPr>
          <p:nvPr>
            <p:ph type="sldNum" idx="4"/>
          </p:nvPr>
        </p:nvSpPr>
        <p:spPr>
          <a:xfrm>
            <a:off x="457200" y="4855464"/>
            <a:ext cx="177000" cy="107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70" name="Google Shape;170;p22"/>
          <p:cNvSpPr txBox="1"/>
          <p:nvPr/>
        </p:nvSpPr>
        <p:spPr>
          <a:xfrm>
            <a:off x="634200" y="4855464"/>
            <a:ext cx="24138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Proprietary &amp; Confidential</a:t>
            </a:r>
            <a:endParaRPr sz="7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71" name="Google Shape;171;p22" title="vCom (4).png"/>
          <p:cNvPicPr preferRelativeResize="0"/>
          <p:nvPr/>
        </p:nvPicPr>
        <p:blipFill rotWithShape="1">
          <a:blip r:embed="rId2">
            <a:alphaModFix/>
          </a:blip>
          <a:srcRect l="10"/>
          <a:stretch/>
        </p:blipFill>
        <p:spPr>
          <a:xfrm>
            <a:off x="8255525" y="4855475"/>
            <a:ext cx="429000" cy="107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enter-Image (Light)">
  <p:cSld name="CUSTOM_1_1"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3"/>
          <p:cNvSpPr>
            <a:spLocks noGrp="1"/>
          </p:cNvSpPr>
          <p:nvPr>
            <p:ph type="pic" idx="2"/>
          </p:nvPr>
        </p:nvSpPr>
        <p:spPr>
          <a:xfrm>
            <a:off x="3276600" y="486725"/>
            <a:ext cx="2590800" cy="4176600"/>
          </a:xfrm>
          <a:prstGeom prst="rect">
            <a:avLst/>
          </a:prstGeom>
          <a:noFill/>
          <a:ln>
            <a:noFill/>
          </a:ln>
        </p:spPr>
      </p:sp>
      <p:sp>
        <p:nvSpPr>
          <p:cNvPr id="174" name="Google Shape;174;p23"/>
          <p:cNvSpPr txBox="1">
            <a:spLocks noGrp="1"/>
          </p:cNvSpPr>
          <p:nvPr>
            <p:ph type="title"/>
          </p:nvPr>
        </p:nvSpPr>
        <p:spPr>
          <a:xfrm>
            <a:off x="457200" y="480275"/>
            <a:ext cx="2590800" cy="1234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175" name="Google Shape;175;p23"/>
          <p:cNvSpPr txBox="1">
            <a:spLocks noGrp="1"/>
          </p:cNvSpPr>
          <p:nvPr>
            <p:ph type="sldNum" idx="12"/>
          </p:nvPr>
        </p:nvSpPr>
        <p:spPr>
          <a:xfrm>
            <a:off x="457200" y="4855464"/>
            <a:ext cx="177000" cy="107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76" name="Google Shape;176;p23"/>
          <p:cNvSpPr txBox="1">
            <a:spLocks noGrp="1"/>
          </p:cNvSpPr>
          <p:nvPr>
            <p:ph type="body" idx="1"/>
          </p:nvPr>
        </p:nvSpPr>
        <p:spPr>
          <a:xfrm>
            <a:off x="457200" y="1943100"/>
            <a:ext cx="2590800" cy="272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302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marL="914400" lvl="1" indent="-304800" rtl="0">
              <a:spcBef>
                <a:spcPts val="100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292100" rtl="0"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 rtl="0">
              <a:spcBef>
                <a:spcPts val="50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 rtl="0">
              <a:spcBef>
                <a:spcPts val="50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 rtl="0">
              <a:spcBef>
                <a:spcPts val="50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 rtl="0">
              <a:spcBef>
                <a:spcPts val="50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 rtl="0">
              <a:spcBef>
                <a:spcPts val="50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 rtl="0">
              <a:spcBef>
                <a:spcPts val="500"/>
              </a:spcBef>
              <a:spcAft>
                <a:spcPts val="50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77" name="Google Shape;177;p23"/>
          <p:cNvSpPr txBox="1"/>
          <p:nvPr/>
        </p:nvSpPr>
        <p:spPr>
          <a:xfrm>
            <a:off x="634200" y="4855994"/>
            <a:ext cx="24138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Proprietary &amp; Confidential</a:t>
            </a:r>
            <a:endParaRPr sz="7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78" name="Google Shape;178;p23" title="vCom (3)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255525" y="4855475"/>
            <a:ext cx="429000" cy="107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enter-Image (Dark)">
  <p:cSld name="CUSTOM_1_1_2">
    <p:bg>
      <p:bgPr>
        <a:solidFill>
          <a:schemeClr val="dk1"/>
        </a:solidFill>
        <a:effectLst/>
      </p:bgPr>
    </p:bg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4"/>
          <p:cNvSpPr>
            <a:spLocks noGrp="1"/>
          </p:cNvSpPr>
          <p:nvPr>
            <p:ph type="pic" idx="2"/>
          </p:nvPr>
        </p:nvSpPr>
        <p:spPr>
          <a:xfrm>
            <a:off x="3276600" y="486725"/>
            <a:ext cx="2590800" cy="4176600"/>
          </a:xfrm>
          <a:prstGeom prst="rect">
            <a:avLst/>
          </a:prstGeom>
          <a:noFill/>
          <a:ln>
            <a:noFill/>
          </a:ln>
        </p:spPr>
      </p:sp>
      <p:sp>
        <p:nvSpPr>
          <p:cNvPr id="181" name="Google Shape;181;p24"/>
          <p:cNvSpPr txBox="1">
            <a:spLocks noGrp="1"/>
          </p:cNvSpPr>
          <p:nvPr>
            <p:ph type="title"/>
          </p:nvPr>
        </p:nvSpPr>
        <p:spPr>
          <a:xfrm>
            <a:off x="457200" y="480275"/>
            <a:ext cx="2590800" cy="1234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182" name="Google Shape;182;p24"/>
          <p:cNvSpPr txBox="1">
            <a:spLocks noGrp="1"/>
          </p:cNvSpPr>
          <p:nvPr>
            <p:ph type="body" idx="1"/>
          </p:nvPr>
        </p:nvSpPr>
        <p:spPr>
          <a:xfrm>
            <a:off x="457200" y="1943100"/>
            <a:ext cx="2590800" cy="272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30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>
                <a:solidFill>
                  <a:schemeClr val="lt1"/>
                </a:solidFill>
              </a:defRPr>
            </a:lvl1pPr>
            <a:lvl2pPr marL="914400" lvl="1" indent="-304800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>
                <a:solidFill>
                  <a:schemeClr val="lt1"/>
                </a:solidFill>
              </a:defRPr>
            </a:lvl2pPr>
            <a:lvl3pPr marL="1371600" lvl="2" indent="-292100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marL="1828800" lvl="3" indent="-292100" rtl="0"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>
                <a:solidFill>
                  <a:schemeClr val="lt2"/>
                </a:solidFill>
              </a:defRPr>
            </a:lvl4pPr>
            <a:lvl5pPr marL="2286000" lvl="4" indent="-292100" rtl="0"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>
                <a:solidFill>
                  <a:schemeClr val="lt2"/>
                </a:solidFill>
              </a:defRPr>
            </a:lvl5pPr>
            <a:lvl6pPr marL="2743200" lvl="5" indent="-292100" rtl="0"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>
                <a:solidFill>
                  <a:schemeClr val="lt2"/>
                </a:solidFill>
              </a:defRPr>
            </a:lvl6pPr>
            <a:lvl7pPr marL="3200400" lvl="6" indent="-292100" rtl="0"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>
                <a:solidFill>
                  <a:schemeClr val="lt2"/>
                </a:solidFill>
              </a:defRPr>
            </a:lvl7pPr>
            <a:lvl8pPr marL="3657600" lvl="7" indent="-292100" rtl="0"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>
                <a:solidFill>
                  <a:schemeClr val="lt2"/>
                </a:solidFill>
              </a:defRPr>
            </a:lvl8pPr>
            <a:lvl9pPr marL="4114800" lvl="8" indent="-292100" rtl="0">
              <a:spcBef>
                <a:spcPts val="500"/>
              </a:spcBef>
              <a:spcAft>
                <a:spcPts val="500"/>
              </a:spcAft>
              <a:buClr>
                <a:schemeClr val="lt2"/>
              </a:buClr>
              <a:buSzPts val="1000"/>
              <a:buChar char="■"/>
              <a:defRPr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183" name="Google Shape;183;p24"/>
          <p:cNvSpPr txBox="1">
            <a:spLocks noGrp="1"/>
          </p:cNvSpPr>
          <p:nvPr>
            <p:ph type="sldNum" idx="12"/>
          </p:nvPr>
        </p:nvSpPr>
        <p:spPr>
          <a:xfrm>
            <a:off x="457200" y="4855464"/>
            <a:ext cx="177000" cy="107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4" name="Google Shape;184;p24"/>
          <p:cNvSpPr txBox="1"/>
          <p:nvPr/>
        </p:nvSpPr>
        <p:spPr>
          <a:xfrm>
            <a:off x="634200" y="4855464"/>
            <a:ext cx="24138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Proprietary &amp; Confidential</a:t>
            </a:r>
            <a:endParaRPr sz="7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85" name="Google Shape;185;p24" title="vCom (4).png"/>
          <p:cNvPicPr preferRelativeResize="0"/>
          <p:nvPr/>
        </p:nvPicPr>
        <p:blipFill rotWithShape="1">
          <a:blip r:embed="rId2">
            <a:alphaModFix/>
          </a:blip>
          <a:srcRect l="10"/>
          <a:stretch/>
        </p:blipFill>
        <p:spPr>
          <a:xfrm>
            <a:off x="8255525" y="4855475"/>
            <a:ext cx="429000" cy="107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eft-Image (Light)">
  <p:cSld name="CUSTOM_1_1_1"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5"/>
          <p:cNvSpPr txBox="1">
            <a:spLocks noGrp="1"/>
          </p:cNvSpPr>
          <p:nvPr>
            <p:ph type="body" idx="1"/>
          </p:nvPr>
        </p:nvSpPr>
        <p:spPr>
          <a:xfrm>
            <a:off x="3276725" y="1943100"/>
            <a:ext cx="2590800" cy="1257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302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marL="914400" lvl="1" indent="-304800" rtl="0">
              <a:spcBef>
                <a:spcPts val="100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292100" rtl="0"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 rtl="0">
              <a:spcBef>
                <a:spcPts val="50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 rtl="0">
              <a:spcBef>
                <a:spcPts val="50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 rtl="0">
              <a:spcBef>
                <a:spcPts val="50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 rtl="0">
              <a:spcBef>
                <a:spcPts val="50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 rtl="0">
              <a:spcBef>
                <a:spcPts val="50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 rtl="0">
              <a:spcBef>
                <a:spcPts val="500"/>
              </a:spcBef>
              <a:spcAft>
                <a:spcPts val="50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88" name="Google Shape;188;p25"/>
          <p:cNvSpPr txBox="1">
            <a:spLocks noGrp="1"/>
          </p:cNvSpPr>
          <p:nvPr>
            <p:ph type="body" idx="2"/>
          </p:nvPr>
        </p:nvSpPr>
        <p:spPr>
          <a:xfrm>
            <a:off x="6096125" y="1943100"/>
            <a:ext cx="2590800" cy="2720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302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marL="914400" lvl="1" indent="-304800" rtl="0">
              <a:spcBef>
                <a:spcPts val="100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292100" rtl="0"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 rtl="0">
              <a:spcBef>
                <a:spcPts val="50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 rtl="0">
              <a:spcBef>
                <a:spcPts val="50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 rtl="0">
              <a:spcBef>
                <a:spcPts val="50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 rtl="0">
              <a:spcBef>
                <a:spcPts val="50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 rtl="0">
              <a:spcBef>
                <a:spcPts val="50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 rtl="0">
              <a:spcBef>
                <a:spcPts val="500"/>
              </a:spcBef>
              <a:spcAft>
                <a:spcPts val="50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89" name="Google Shape;189;p25"/>
          <p:cNvSpPr>
            <a:spLocks noGrp="1"/>
          </p:cNvSpPr>
          <p:nvPr>
            <p:ph type="pic" idx="3"/>
          </p:nvPr>
        </p:nvSpPr>
        <p:spPr>
          <a:xfrm>
            <a:off x="457200" y="486725"/>
            <a:ext cx="2590800" cy="4176600"/>
          </a:xfrm>
          <a:prstGeom prst="rect">
            <a:avLst/>
          </a:prstGeom>
          <a:noFill/>
          <a:ln>
            <a:noFill/>
          </a:ln>
        </p:spPr>
      </p:sp>
      <p:sp>
        <p:nvSpPr>
          <p:cNvPr id="190" name="Google Shape;190;p25"/>
          <p:cNvSpPr txBox="1">
            <a:spLocks noGrp="1"/>
          </p:cNvSpPr>
          <p:nvPr>
            <p:ph type="title"/>
          </p:nvPr>
        </p:nvSpPr>
        <p:spPr>
          <a:xfrm>
            <a:off x="3276600" y="480275"/>
            <a:ext cx="5410200" cy="1234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191" name="Google Shape;191;p25"/>
          <p:cNvSpPr txBox="1">
            <a:spLocks noGrp="1"/>
          </p:cNvSpPr>
          <p:nvPr>
            <p:ph type="sldNum" idx="12"/>
          </p:nvPr>
        </p:nvSpPr>
        <p:spPr>
          <a:xfrm>
            <a:off x="457200" y="4855464"/>
            <a:ext cx="177000" cy="107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2" name="Google Shape;192;p25"/>
          <p:cNvSpPr txBox="1"/>
          <p:nvPr/>
        </p:nvSpPr>
        <p:spPr>
          <a:xfrm>
            <a:off x="634200" y="4855994"/>
            <a:ext cx="24138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Proprietary &amp; Confidential</a:t>
            </a:r>
            <a:endParaRPr sz="7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93" name="Google Shape;193;p25" title="vCom (3)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255525" y="4855475"/>
            <a:ext cx="429000" cy="107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eft-Image (Dark)">
  <p:cSld name="CUSTOM_1_1_1_1">
    <p:bg>
      <p:bgPr>
        <a:solidFill>
          <a:schemeClr val="dk1"/>
        </a:solidFill>
        <a:effectLst/>
      </p:bgPr>
    </p:bg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6"/>
          <p:cNvSpPr txBox="1">
            <a:spLocks noGrp="1"/>
          </p:cNvSpPr>
          <p:nvPr>
            <p:ph type="body" idx="1"/>
          </p:nvPr>
        </p:nvSpPr>
        <p:spPr>
          <a:xfrm>
            <a:off x="3276725" y="1943100"/>
            <a:ext cx="2590800" cy="1257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30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>
                <a:solidFill>
                  <a:schemeClr val="lt1"/>
                </a:solidFill>
              </a:defRPr>
            </a:lvl1pPr>
            <a:lvl2pPr marL="914400" lvl="1" indent="-304800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>
                <a:solidFill>
                  <a:schemeClr val="lt1"/>
                </a:solidFill>
              </a:defRPr>
            </a:lvl2pPr>
            <a:lvl3pPr marL="1371600" lvl="2" indent="-292100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marL="1828800" lvl="3" indent="-292100" rtl="0"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>
                <a:solidFill>
                  <a:schemeClr val="lt2"/>
                </a:solidFill>
              </a:defRPr>
            </a:lvl4pPr>
            <a:lvl5pPr marL="2286000" lvl="4" indent="-292100" rtl="0"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>
                <a:solidFill>
                  <a:schemeClr val="lt2"/>
                </a:solidFill>
              </a:defRPr>
            </a:lvl5pPr>
            <a:lvl6pPr marL="2743200" lvl="5" indent="-292100" rtl="0"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>
                <a:solidFill>
                  <a:schemeClr val="lt2"/>
                </a:solidFill>
              </a:defRPr>
            </a:lvl6pPr>
            <a:lvl7pPr marL="3200400" lvl="6" indent="-292100" rtl="0"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>
                <a:solidFill>
                  <a:schemeClr val="lt2"/>
                </a:solidFill>
              </a:defRPr>
            </a:lvl7pPr>
            <a:lvl8pPr marL="3657600" lvl="7" indent="-292100" rtl="0"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>
                <a:solidFill>
                  <a:schemeClr val="lt2"/>
                </a:solidFill>
              </a:defRPr>
            </a:lvl8pPr>
            <a:lvl9pPr marL="4114800" lvl="8" indent="-292100" rtl="0">
              <a:spcBef>
                <a:spcPts val="500"/>
              </a:spcBef>
              <a:spcAft>
                <a:spcPts val="500"/>
              </a:spcAft>
              <a:buClr>
                <a:schemeClr val="lt2"/>
              </a:buClr>
              <a:buSzPts val="1000"/>
              <a:buChar char="■"/>
              <a:defRPr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196" name="Google Shape;196;p26"/>
          <p:cNvSpPr txBox="1">
            <a:spLocks noGrp="1"/>
          </p:cNvSpPr>
          <p:nvPr>
            <p:ph type="body" idx="2"/>
          </p:nvPr>
        </p:nvSpPr>
        <p:spPr>
          <a:xfrm>
            <a:off x="6096125" y="1943100"/>
            <a:ext cx="2590800" cy="2720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30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>
                <a:solidFill>
                  <a:schemeClr val="lt1"/>
                </a:solidFill>
              </a:defRPr>
            </a:lvl1pPr>
            <a:lvl2pPr marL="914400" lvl="1" indent="-304800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>
                <a:solidFill>
                  <a:schemeClr val="lt1"/>
                </a:solidFill>
              </a:defRPr>
            </a:lvl2pPr>
            <a:lvl3pPr marL="1371600" lvl="2" indent="-292100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marL="1828800" lvl="3" indent="-292100" rtl="0"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>
                <a:solidFill>
                  <a:schemeClr val="lt2"/>
                </a:solidFill>
              </a:defRPr>
            </a:lvl4pPr>
            <a:lvl5pPr marL="2286000" lvl="4" indent="-292100" rtl="0"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>
                <a:solidFill>
                  <a:schemeClr val="lt2"/>
                </a:solidFill>
              </a:defRPr>
            </a:lvl5pPr>
            <a:lvl6pPr marL="2743200" lvl="5" indent="-292100" rtl="0"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>
                <a:solidFill>
                  <a:schemeClr val="lt2"/>
                </a:solidFill>
              </a:defRPr>
            </a:lvl6pPr>
            <a:lvl7pPr marL="3200400" lvl="6" indent="-292100" rtl="0"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>
                <a:solidFill>
                  <a:schemeClr val="lt2"/>
                </a:solidFill>
              </a:defRPr>
            </a:lvl7pPr>
            <a:lvl8pPr marL="3657600" lvl="7" indent="-292100" rtl="0"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>
                <a:solidFill>
                  <a:schemeClr val="lt2"/>
                </a:solidFill>
              </a:defRPr>
            </a:lvl8pPr>
            <a:lvl9pPr marL="4114800" lvl="8" indent="-292100" rtl="0">
              <a:spcBef>
                <a:spcPts val="500"/>
              </a:spcBef>
              <a:spcAft>
                <a:spcPts val="500"/>
              </a:spcAft>
              <a:buClr>
                <a:schemeClr val="lt2"/>
              </a:buClr>
              <a:buSzPts val="1000"/>
              <a:buChar char="■"/>
              <a:defRPr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197" name="Google Shape;197;p26"/>
          <p:cNvSpPr>
            <a:spLocks noGrp="1"/>
          </p:cNvSpPr>
          <p:nvPr>
            <p:ph type="pic" idx="3"/>
          </p:nvPr>
        </p:nvSpPr>
        <p:spPr>
          <a:xfrm>
            <a:off x="457200" y="486725"/>
            <a:ext cx="2590800" cy="4176600"/>
          </a:xfrm>
          <a:prstGeom prst="rect">
            <a:avLst/>
          </a:prstGeom>
          <a:noFill/>
          <a:ln>
            <a:noFill/>
          </a:ln>
        </p:spPr>
      </p:sp>
      <p:sp>
        <p:nvSpPr>
          <p:cNvPr id="198" name="Google Shape;198;p26"/>
          <p:cNvSpPr txBox="1">
            <a:spLocks noGrp="1"/>
          </p:cNvSpPr>
          <p:nvPr>
            <p:ph type="title"/>
          </p:nvPr>
        </p:nvSpPr>
        <p:spPr>
          <a:xfrm>
            <a:off x="3276600" y="480275"/>
            <a:ext cx="5410200" cy="1234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>
                <a:solidFill>
                  <a:schemeClr val="dk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>
                <a:solidFill>
                  <a:schemeClr val="dk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>
                <a:solidFill>
                  <a:schemeClr val="dk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>
                <a:solidFill>
                  <a:schemeClr val="dk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>
                <a:solidFill>
                  <a:schemeClr val="dk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>
                <a:solidFill>
                  <a:schemeClr val="dk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>
                <a:solidFill>
                  <a:schemeClr val="dk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99" name="Google Shape;199;p26"/>
          <p:cNvSpPr txBox="1">
            <a:spLocks noGrp="1"/>
          </p:cNvSpPr>
          <p:nvPr>
            <p:ph type="sldNum" idx="12"/>
          </p:nvPr>
        </p:nvSpPr>
        <p:spPr>
          <a:xfrm>
            <a:off x="457200" y="4855464"/>
            <a:ext cx="177000" cy="107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0" name="Google Shape;200;p26"/>
          <p:cNvSpPr txBox="1"/>
          <p:nvPr/>
        </p:nvSpPr>
        <p:spPr>
          <a:xfrm>
            <a:off x="634200" y="4855464"/>
            <a:ext cx="24138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Proprietary &amp; Confidential</a:t>
            </a:r>
            <a:endParaRPr sz="7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201" name="Google Shape;201;p26" title="vCom (4).png"/>
          <p:cNvPicPr preferRelativeResize="0"/>
          <p:nvPr/>
        </p:nvPicPr>
        <p:blipFill rotWithShape="1">
          <a:blip r:embed="rId2">
            <a:alphaModFix/>
          </a:blip>
          <a:srcRect l="10"/>
          <a:stretch/>
        </p:blipFill>
        <p:spPr>
          <a:xfrm>
            <a:off x="8255525" y="4855475"/>
            <a:ext cx="429000" cy="107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 (Light)">
  <p:cSld name="CUSTOM_1_1_1_2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7"/>
          <p:cNvSpPr txBox="1">
            <a:spLocks noGrp="1"/>
          </p:cNvSpPr>
          <p:nvPr>
            <p:ph type="subTitle" idx="1"/>
          </p:nvPr>
        </p:nvSpPr>
        <p:spPr>
          <a:xfrm>
            <a:off x="3942900" y="483050"/>
            <a:ext cx="4731600" cy="4180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2pPr>
            <a:lvl3pPr lvl="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  <a:defRPr sz="1200">
                <a:solidFill>
                  <a:schemeClr val="accent1"/>
                </a:solidFill>
              </a:defRPr>
            </a:lvl3pPr>
            <a:lvl4pPr lvl="3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  <a:defRPr sz="1200">
                <a:solidFill>
                  <a:schemeClr val="accent1"/>
                </a:solidFill>
              </a:defRPr>
            </a:lvl4pPr>
            <a:lvl5pPr lvl="4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  <a:defRPr sz="1200">
                <a:solidFill>
                  <a:schemeClr val="accent1"/>
                </a:solidFill>
              </a:defRPr>
            </a:lvl5pPr>
            <a:lvl6pPr lvl="5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  <a:defRPr sz="1200">
                <a:solidFill>
                  <a:schemeClr val="accent1"/>
                </a:solidFill>
              </a:defRPr>
            </a:lvl6pPr>
            <a:lvl7pPr lvl="6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  <a:defRPr sz="1200">
                <a:solidFill>
                  <a:schemeClr val="accent1"/>
                </a:solidFill>
              </a:defRPr>
            </a:lvl7pPr>
            <a:lvl8pPr lvl="7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  <a:defRPr sz="1200">
                <a:solidFill>
                  <a:schemeClr val="accent1"/>
                </a:solidFill>
              </a:defRPr>
            </a:lvl8pPr>
            <a:lvl9pPr lvl="8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>
                <a:schemeClr val="accent1"/>
              </a:buClr>
              <a:buSzPts val="1200"/>
              <a:buNone/>
              <a:defRPr sz="12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204" name="Google Shape;204;p27"/>
          <p:cNvSpPr txBox="1"/>
          <p:nvPr/>
        </p:nvSpPr>
        <p:spPr>
          <a:xfrm>
            <a:off x="3279325" y="210312"/>
            <a:ext cx="578400" cy="10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100" b="1">
                <a:solidFill>
                  <a:schemeClr val="accent1"/>
                </a:solidFill>
                <a:latin typeface="Roboto Serif"/>
                <a:ea typeface="Roboto Serif"/>
                <a:cs typeface="Roboto Serif"/>
                <a:sym typeface="Roboto Serif"/>
              </a:rPr>
              <a:t>“</a:t>
            </a:r>
            <a:endParaRPr sz="7100" b="1">
              <a:solidFill>
                <a:schemeClr val="accent1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205" name="Google Shape;205;p27"/>
          <p:cNvSpPr txBox="1">
            <a:spLocks noGrp="1"/>
          </p:cNvSpPr>
          <p:nvPr>
            <p:ph type="sldNum" idx="12"/>
          </p:nvPr>
        </p:nvSpPr>
        <p:spPr>
          <a:xfrm>
            <a:off x="457200" y="4855464"/>
            <a:ext cx="177000" cy="107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6" name="Google Shape;206;p27"/>
          <p:cNvSpPr txBox="1"/>
          <p:nvPr/>
        </p:nvSpPr>
        <p:spPr>
          <a:xfrm>
            <a:off x="634200" y="4855994"/>
            <a:ext cx="24138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Proprietary &amp; Confidential</a:t>
            </a:r>
            <a:endParaRPr sz="7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07" name="Google Shape;207;p27"/>
          <p:cNvSpPr>
            <a:spLocks noGrp="1"/>
          </p:cNvSpPr>
          <p:nvPr>
            <p:ph type="pic" idx="2"/>
          </p:nvPr>
        </p:nvSpPr>
        <p:spPr>
          <a:xfrm>
            <a:off x="1123950" y="1943100"/>
            <a:ext cx="1257300" cy="1257300"/>
          </a:xfrm>
          <a:prstGeom prst="ellipse">
            <a:avLst/>
          </a:prstGeom>
          <a:noFill/>
          <a:ln>
            <a:noFill/>
          </a:ln>
        </p:spPr>
      </p:sp>
      <p:sp>
        <p:nvSpPr>
          <p:cNvPr id="208" name="Google Shape;208;p27"/>
          <p:cNvSpPr txBox="1">
            <a:spLocks noGrp="1"/>
          </p:cNvSpPr>
          <p:nvPr>
            <p:ph type="subTitle" idx="3"/>
          </p:nvPr>
        </p:nvSpPr>
        <p:spPr>
          <a:xfrm>
            <a:off x="457200" y="3429000"/>
            <a:ext cx="2590800" cy="406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900"/>
              <a:buFont typeface="Inter Light"/>
              <a:buNone/>
              <a:defRPr sz="900">
                <a:latin typeface="Inter Light"/>
                <a:ea typeface="Inter Light"/>
                <a:cs typeface="Inter Light"/>
                <a:sym typeface="Inter Light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00"/>
              <a:buFont typeface="Inter Light"/>
              <a:buNone/>
              <a:defRPr sz="500">
                <a:latin typeface="Inter Light"/>
                <a:ea typeface="Inter Light"/>
                <a:cs typeface="Inter Light"/>
                <a:sym typeface="Inter Ligh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"/>
              <a:buFont typeface="Inter Light"/>
              <a:buNone/>
              <a:defRPr sz="3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"/>
              <a:buFont typeface="Inter Light"/>
              <a:buNone/>
              <a:defRPr sz="3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"/>
              <a:buFont typeface="Inter Light"/>
              <a:buNone/>
              <a:defRPr sz="3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"/>
              <a:buFont typeface="Inter Light"/>
              <a:buNone/>
              <a:defRPr sz="3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"/>
              <a:buFont typeface="Inter Light"/>
              <a:buNone/>
              <a:defRPr sz="3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"/>
              <a:buFont typeface="Inter Light"/>
              <a:buNone/>
              <a:defRPr sz="3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"/>
              <a:buFont typeface="Inter Light"/>
              <a:buNone/>
              <a:defRPr sz="3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>
            <a:endParaRPr/>
          </a:p>
        </p:txBody>
      </p:sp>
      <p:pic>
        <p:nvPicPr>
          <p:cNvPr id="209" name="Google Shape;209;p27" title="vCom (3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55525" y="4855475"/>
            <a:ext cx="429000" cy="107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eadline Only (Dark)">
  <p:cSld name="TITLE_ONLY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30"/>
          <p:cNvSpPr txBox="1">
            <a:spLocks noGrp="1"/>
          </p:cNvSpPr>
          <p:nvPr>
            <p:ph type="title"/>
          </p:nvPr>
        </p:nvSpPr>
        <p:spPr>
          <a:xfrm>
            <a:off x="457200" y="480275"/>
            <a:ext cx="8229600" cy="393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225" name="Google Shape;225;p30"/>
          <p:cNvSpPr txBox="1">
            <a:spLocks noGrp="1"/>
          </p:cNvSpPr>
          <p:nvPr>
            <p:ph type="sldNum" idx="12"/>
          </p:nvPr>
        </p:nvSpPr>
        <p:spPr>
          <a:xfrm>
            <a:off x="457200" y="4855464"/>
            <a:ext cx="177000" cy="107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6" name="Google Shape;226;p30"/>
          <p:cNvSpPr txBox="1"/>
          <p:nvPr/>
        </p:nvSpPr>
        <p:spPr>
          <a:xfrm>
            <a:off x="634200" y="4855464"/>
            <a:ext cx="24138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Proprietary &amp; Confidential</a:t>
            </a:r>
            <a:endParaRPr sz="7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227" name="Google Shape;227;p30" title="vCom (4).png"/>
          <p:cNvPicPr preferRelativeResize="0"/>
          <p:nvPr/>
        </p:nvPicPr>
        <p:blipFill rotWithShape="1">
          <a:blip r:embed="rId3">
            <a:alphaModFix/>
          </a:blip>
          <a:srcRect l="10"/>
          <a:stretch/>
        </p:blipFill>
        <p:spPr>
          <a:xfrm>
            <a:off x="8255525" y="4855475"/>
            <a:ext cx="429000" cy="107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(Light)" type="blank">
  <p:cSld name="BLANK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31"/>
          <p:cNvSpPr txBox="1">
            <a:spLocks noGrp="1"/>
          </p:cNvSpPr>
          <p:nvPr>
            <p:ph type="sldNum" idx="12"/>
          </p:nvPr>
        </p:nvSpPr>
        <p:spPr>
          <a:xfrm>
            <a:off x="457200" y="4855464"/>
            <a:ext cx="177000" cy="107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0" name="Google Shape;230;p31"/>
          <p:cNvSpPr txBox="1"/>
          <p:nvPr/>
        </p:nvSpPr>
        <p:spPr>
          <a:xfrm>
            <a:off x="634200" y="4855994"/>
            <a:ext cx="24138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Proprietary &amp; Confidential</a:t>
            </a:r>
            <a:endParaRPr sz="7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231" name="Google Shape;231;p31" title="vCom (3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55525" y="4855475"/>
            <a:ext cx="429000" cy="107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(Dark) ">
  <p:cSld name="BLANK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32"/>
          <p:cNvSpPr txBox="1">
            <a:spLocks noGrp="1"/>
          </p:cNvSpPr>
          <p:nvPr>
            <p:ph type="sldNum" idx="12"/>
          </p:nvPr>
        </p:nvSpPr>
        <p:spPr>
          <a:xfrm>
            <a:off x="457200" y="4855464"/>
            <a:ext cx="177000" cy="107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4" name="Google Shape;234;p32"/>
          <p:cNvSpPr txBox="1"/>
          <p:nvPr/>
        </p:nvSpPr>
        <p:spPr>
          <a:xfrm>
            <a:off x="634200" y="4855464"/>
            <a:ext cx="24138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Proprietary &amp; Confidential</a:t>
            </a:r>
            <a:endParaRPr sz="7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235" name="Google Shape;235;p32" title="vCom (4).png"/>
          <p:cNvPicPr preferRelativeResize="0"/>
          <p:nvPr/>
        </p:nvPicPr>
        <p:blipFill rotWithShape="1">
          <a:blip r:embed="rId3">
            <a:alphaModFix/>
          </a:blip>
          <a:srcRect l="10"/>
          <a:stretch/>
        </p:blipFill>
        <p:spPr>
          <a:xfrm>
            <a:off x="8255525" y="4855475"/>
            <a:ext cx="429000" cy="107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losing A">
  <p:cSld name="CUSTOM_2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33"/>
          <p:cNvSpPr txBox="1"/>
          <p:nvPr/>
        </p:nvSpPr>
        <p:spPr>
          <a:xfrm>
            <a:off x="470775" y="1943100"/>
            <a:ext cx="8216100" cy="12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600">
                <a:solidFill>
                  <a:schemeClr val="dk2"/>
                </a:solidFill>
                <a:latin typeface="Inter ExtraLight"/>
                <a:ea typeface="Inter ExtraLight"/>
                <a:cs typeface="Inter ExtraLight"/>
                <a:sym typeface="Inter ExtraLight"/>
              </a:rPr>
              <a:t>Thank You</a:t>
            </a:r>
            <a:endParaRPr sz="6600">
              <a:solidFill>
                <a:schemeClr val="dk2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pic>
        <p:nvPicPr>
          <p:cNvPr id="238" name="Google Shape;238;p33" title="vCom_An-AD-Company_Whit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48188" y="3728531"/>
            <a:ext cx="1647625" cy="6390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eadline &amp; 1-Column (Light)" type="tx">
  <p:cSld name="Headline &amp; 1-Column (Light)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 txBox="1">
            <a:spLocks noGrp="1"/>
          </p:cNvSpPr>
          <p:nvPr>
            <p:ph type="title"/>
          </p:nvPr>
        </p:nvSpPr>
        <p:spPr>
          <a:xfrm>
            <a:off x="457200" y="480275"/>
            <a:ext cx="8229600" cy="393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457200" y="4855464"/>
            <a:ext cx="177000" cy="107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>
              <a:buNone/>
              <a:defRPr sz="700"/>
            </a:lvl1pPr>
            <a:lvl2pPr lvl="1">
              <a:buNone/>
              <a:defRPr sz="700"/>
            </a:lvl2pPr>
            <a:lvl3pPr lvl="2">
              <a:buNone/>
              <a:defRPr sz="700"/>
            </a:lvl3pPr>
            <a:lvl4pPr lvl="3">
              <a:buNone/>
              <a:defRPr sz="700"/>
            </a:lvl4pPr>
            <a:lvl5pPr lvl="4">
              <a:buNone/>
              <a:defRPr sz="700"/>
            </a:lvl5pPr>
            <a:lvl6pPr lvl="5">
              <a:buNone/>
              <a:defRPr sz="700"/>
            </a:lvl6pPr>
            <a:lvl7pPr lvl="6">
              <a:buNone/>
              <a:defRPr sz="700"/>
            </a:lvl7pPr>
            <a:lvl8pPr lvl="7">
              <a:buNone/>
              <a:defRPr sz="700"/>
            </a:lvl8pPr>
            <a:lvl9pPr lvl="8">
              <a:buNone/>
              <a:defRPr sz="700"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" name="Google Shape;25;p5"/>
          <p:cNvSpPr txBox="1"/>
          <p:nvPr/>
        </p:nvSpPr>
        <p:spPr>
          <a:xfrm>
            <a:off x="634200" y="4855994"/>
            <a:ext cx="24138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Proprietary &amp; Confidential</a:t>
            </a:r>
            <a:endParaRPr sz="7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6" name="Google Shape;26;p5"/>
          <p:cNvSpPr txBox="1">
            <a:spLocks noGrp="1"/>
          </p:cNvSpPr>
          <p:nvPr>
            <p:ph type="body" idx="1"/>
          </p:nvPr>
        </p:nvSpPr>
        <p:spPr>
          <a:xfrm>
            <a:off x="454925" y="1097274"/>
            <a:ext cx="8229600" cy="3566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marL="914400" lvl="1" indent="-3048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292100"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50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50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50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50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50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500"/>
              </a:spcBef>
              <a:spcAft>
                <a:spcPts val="50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pic>
        <p:nvPicPr>
          <p:cNvPr id="27" name="Google Shape;27;p5" title="vCom (3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55525" y="4855475"/>
            <a:ext cx="429000" cy="1077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9402352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A" type="secHead">
  <p:cSld name="Divider A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title"/>
          </p:nvPr>
        </p:nvSpPr>
        <p:spPr>
          <a:xfrm>
            <a:off x="457200" y="1943100"/>
            <a:ext cx="8229600" cy="1257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470775" y="3438975"/>
            <a:ext cx="8216100" cy="335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Inter Medium"/>
              <a:buNone/>
              <a:defRPr sz="1400">
                <a:solidFill>
                  <a:schemeClr val="accent2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 Medium"/>
              <a:buNone/>
              <a:defRPr sz="14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 Medium"/>
              <a:buNone/>
              <a:defRPr sz="14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 Medium"/>
              <a:buNone/>
              <a:defRPr sz="14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 Medium"/>
              <a:buNone/>
              <a:defRPr sz="14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 Medium"/>
              <a:buNone/>
              <a:defRPr sz="14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 Medium"/>
              <a:buNone/>
              <a:defRPr sz="14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 Medium"/>
              <a:buNone/>
              <a:defRPr sz="14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 Medium"/>
              <a:buNone/>
              <a:defRPr sz="14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8814046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480275"/>
            <a:ext cx="82296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 ExtraLight"/>
              <a:buNone/>
              <a:defRPr sz="2400">
                <a:solidFill>
                  <a:schemeClr val="dk1"/>
                </a:solidFill>
                <a:latin typeface="Inter ExtraLight"/>
                <a:ea typeface="Inter ExtraLight"/>
                <a:cs typeface="Inter ExtraLight"/>
                <a:sym typeface="Inter Extra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 ExtraLight"/>
              <a:buNone/>
              <a:defRPr sz="2400">
                <a:solidFill>
                  <a:schemeClr val="dk1"/>
                </a:solidFill>
                <a:latin typeface="Inter ExtraLight"/>
                <a:ea typeface="Inter ExtraLight"/>
                <a:cs typeface="Inter ExtraLight"/>
                <a:sym typeface="Inter Extra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 ExtraLight"/>
              <a:buNone/>
              <a:defRPr sz="2400">
                <a:solidFill>
                  <a:schemeClr val="dk1"/>
                </a:solidFill>
                <a:latin typeface="Inter ExtraLight"/>
                <a:ea typeface="Inter ExtraLight"/>
                <a:cs typeface="Inter ExtraLight"/>
                <a:sym typeface="Inter Extra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 ExtraLight"/>
              <a:buNone/>
              <a:defRPr sz="2400">
                <a:solidFill>
                  <a:schemeClr val="dk1"/>
                </a:solidFill>
                <a:latin typeface="Inter ExtraLight"/>
                <a:ea typeface="Inter ExtraLight"/>
                <a:cs typeface="Inter ExtraLight"/>
                <a:sym typeface="Inter Extra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 ExtraLight"/>
              <a:buNone/>
              <a:defRPr sz="2400">
                <a:solidFill>
                  <a:schemeClr val="dk1"/>
                </a:solidFill>
                <a:latin typeface="Inter ExtraLight"/>
                <a:ea typeface="Inter ExtraLight"/>
                <a:cs typeface="Inter ExtraLight"/>
                <a:sym typeface="Inter Extra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 ExtraLight"/>
              <a:buNone/>
              <a:defRPr sz="2400">
                <a:solidFill>
                  <a:schemeClr val="dk1"/>
                </a:solidFill>
                <a:latin typeface="Inter ExtraLight"/>
                <a:ea typeface="Inter ExtraLight"/>
                <a:cs typeface="Inter ExtraLight"/>
                <a:sym typeface="Inter Extra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 ExtraLight"/>
              <a:buNone/>
              <a:defRPr sz="2400">
                <a:solidFill>
                  <a:schemeClr val="dk1"/>
                </a:solidFill>
                <a:latin typeface="Inter ExtraLight"/>
                <a:ea typeface="Inter ExtraLight"/>
                <a:cs typeface="Inter ExtraLight"/>
                <a:sym typeface="Inter Extra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 ExtraLight"/>
              <a:buNone/>
              <a:defRPr sz="2400">
                <a:solidFill>
                  <a:schemeClr val="dk1"/>
                </a:solidFill>
                <a:latin typeface="Inter ExtraLight"/>
                <a:ea typeface="Inter ExtraLight"/>
                <a:cs typeface="Inter ExtraLight"/>
                <a:sym typeface="Inter Extra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 ExtraLight"/>
              <a:buNone/>
              <a:defRPr sz="2400">
                <a:solidFill>
                  <a:schemeClr val="dk1"/>
                </a:solidFill>
                <a:latin typeface="Inter ExtraLight"/>
                <a:ea typeface="Inter ExtraLight"/>
                <a:cs typeface="Inter ExtraLight"/>
                <a:sym typeface="Inter ExtraLight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109100"/>
            <a:ext cx="8229600" cy="3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 ExtraLight"/>
              <a:buChar char="●"/>
              <a:defRPr sz="1600">
                <a:solidFill>
                  <a:schemeClr val="dk1"/>
                </a:solidFill>
                <a:latin typeface="Inter ExtraLight"/>
                <a:ea typeface="Inter ExtraLight"/>
                <a:cs typeface="Inter ExtraLight"/>
                <a:sym typeface="Inter ExtraLight"/>
              </a:defRPr>
            </a:lvl1pPr>
            <a:lvl2pPr marL="914400" lvl="1" indent="-304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ExtraLight"/>
              <a:buChar char="○"/>
              <a:defRPr sz="1200">
                <a:solidFill>
                  <a:schemeClr val="dk1"/>
                </a:solidFill>
                <a:latin typeface="Inter ExtraLight"/>
                <a:ea typeface="Inter ExtraLight"/>
                <a:cs typeface="Inter ExtraLight"/>
                <a:sym typeface="Inter ExtraLight"/>
              </a:defRPr>
            </a:lvl2pPr>
            <a:lvl3pPr marL="1371600" lvl="2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ExtraLight"/>
              <a:buChar char="■"/>
              <a:defRPr sz="1000">
                <a:solidFill>
                  <a:schemeClr val="dk1"/>
                </a:solidFill>
                <a:latin typeface="Inter ExtraLight"/>
                <a:ea typeface="Inter ExtraLight"/>
                <a:cs typeface="Inter ExtraLight"/>
                <a:sym typeface="Inter ExtraLight"/>
              </a:defRPr>
            </a:lvl3pPr>
            <a:lvl4pPr marL="1828800" lvl="3" indent="-2921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ExtraLight"/>
              <a:buChar char="●"/>
              <a:defRPr sz="1000">
                <a:solidFill>
                  <a:schemeClr val="dk1"/>
                </a:solidFill>
                <a:latin typeface="Inter ExtraLight"/>
                <a:ea typeface="Inter ExtraLight"/>
                <a:cs typeface="Inter ExtraLight"/>
                <a:sym typeface="Inter ExtraLight"/>
              </a:defRPr>
            </a:lvl4pPr>
            <a:lvl5pPr marL="2286000" lvl="4" indent="-2921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ExtraLight"/>
              <a:buChar char="○"/>
              <a:defRPr sz="1000">
                <a:solidFill>
                  <a:schemeClr val="dk1"/>
                </a:solidFill>
                <a:latin typeface="Inter ExtraLight"/>
                <a:ea typeface="Inter ExtraLight"/>
                <a:cs typeface="Inter ExtraLight"/>
                <a:sym typeface="Inter ExtraLight"/>
              </a:defRPr>
            </a:lvl5pPr>
            <a:lvl6pPr marL="2743200" lvl="5" indent="-2921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ExtraLight"/>
              <a:buChar char="■"/>
              <a:defRPr sz="1000">
                <a:solidFill>
                  <a:schemeClr val="dk1"/>
                </a:solidFill>
                <a:latin typeface="Inter ExtraLight"/>
                <a:ea typeface="Inter ExtraLight"/>
                <a:cs typeface="Inter ExtraLight"/>
                <a:sym typeface="Inter ExtraLight"/>
              </a:defRPr>
            </a:lvl6pPr>
            <a:lvl7pPr marL="3200400" lvl="6" indent="-2921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ExtraLight"/>
              <a:buChar char="●"/>
              <a:defRPr sz="1000">
                <a:solidFill>
                  <a:schemeClr val="dk1"/>
                </a:solidFill>
                <a:latin typeface="Inter ExtraLight"/>
                <a:ea typeface="Inter ExtraLight"/>
                <a:cs typeface="Inter ExtraLight"/>
                <a:sym typeface="Inter ExtraLight"/>
              </a:defRPr>
            </a:lvl7pPr>
            <a:lvl8pPr marL="3657600" lvl="7" indent="-2921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ExtraLight"/>
              <a:buChar char="○"/>
              <a:defRPr sz="1000">
                <a:solidFill>
                  <a:schemeClr val="dk1"/>
                </a:solidFill>
                <a:latin typeface="Inter ExtraLight"/>
                <a:ea typeface="Inter ExtraLight"/>
                <a:cs typeface="Inter ExtraLight"/>
                <a:sym typeface="Inter ExtraLight"/>
              </a:defRPr>
            </a:lvl8pPr>
            <a:lvl9pPr marL="4114800" lvl="8" indent="-292100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>
                <a:schemeClr val="dk1"/>
              </a:buClr>
              <a:buSzPts val="1000"/>
              <a:buFont typeface="Inter ExtraLight"/>
              <a:buChar char="■"/>
              <a:defRPr sz="1000">
                <a:solidFill>
                  <a:schemeClr val="dk1"/>
                </a:solidFill>
                <a:latin typeface="Inter ExtraLight"/>
                <a:ea typeface="Inter ExtraLight"/>
                <a:cs typeface="Inter ExtraLight"/>
                <a:sym typeface="Inter ExtraLight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457200" y="4855464"/>
            <a:ext cx="1770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lvl="0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4" r:id="rId3"/>
    <p:sldLayoutId id="2147483656" r:id="rId4"/>
    <p:sldLayoutId id="2147483658" r:id="rId5"/>
    <p:sldLayoutId id="2147483660" r:id="rId6"/>
    <p:sldLayoutId id="2147483661" r:id="rId7"/>
    <p:sldLayoutId id="2147483662" r:id="rId8"/>
    <p:sldLayoutId id="2147483663" r:id="rId9"/>
    <p:sldLayoutId id="2147483666" r:id="rId10"/>
    <p:sldLayoutId id="2147483667" r:id="rId11"/>
    <p:sldLayoutId id="2147483668" r:id="rId12"/>
    <p:sldLayoutId id="2147483669" r:id="rId13"/>
    <p:sldLayoutId id="2147483670" r:id="rId14"/>
    <p:sldLayoutId id="2147483671" r:id="rId15"/>
    <p:sldLayoutId id="2147483672" r:id="rId16"/>
    <p:sldLayoutId id="2147483673" r:id="rId17"/>
    <p:sldLayoutId id="2147483676" r:id="rId18"/>
    <p:sldLayoutId id="2147483677" r:id="rId19"/>
    <p:sldLayoutId id="2147483678" r:id="rId20"/>
    <p:sldLayoutId id="2147483679" r:id="rId21"/>
    <p:sldLayoutId id="2147483683" r:id="rId22"/>
    <p:sldLayoutId id="2147483684" r:id="rId23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224">
          <p15:clr>
            <a:srgbClr val="EA4335"/>
          </p15:clr>
        </p15:guide>
        <p15:guide id="2" pos="288">
          <p15:clr>
            <a:srgbClr val="EA4335"/>
          </p15:clr>
        </p15:guide>
        <p15:guide id="3" pos="1920">
          <p15:clr>
            <a:srgbClr val="EA4335"/>
          </p15:clr>
        </p15:guide>
        <p15:guide id="4" pos="2066">
          <p15:clr>
            <a:srgbClr val="EA4335"/>
          </p15:clr>
        </p15:guide>
        <p15:guide id="5" pos="3694">
          <p15:clr>
            <a:srgbClr val="EA4335"/>
          </p15:clr>
        </p15:guide>
        <p15:guide id="6" pos="3840">
          <p15:clr>
            <a:srgbClr val="EA4335"/>
          </p15:clr>
        </p15:guide>
        <p15:guide id="7" pos="5472">
          <p15:clr>
            <a:srgbClr val="EA4335"/>
          </p15:clr>
        </p15:guide>
        <p15:guide id="8" orient="horz" pos="303">
          <p15:clr>
            <a:srgbClr val="EA4335"/>
          </p15:clr>
        </p15:guide>
        <p15:guide id="9" orient="horz" pos="1080">
          <p15:clr>
            <a:srgbClr val="EA4335"/>
          </p15:clr>
        </p15:guide>
        <p15:guide id="10" orient="horz" pos="2937">
          <p15:clr>
            <a:srgbClr val="EA4335"/>
          </p15:clr>
        </p15:guide>
        <p15:guide id="11" orient="horz" pos="2160">
          <p15:clr>
            <a:srgbClr val="EA4335"/>
          </p15:clr>
        </p15:guide>
        <p15:guide id="12" orient="horz" pos="2016">
          <p15:clr>
            <a:srgbClr val="EA4335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oogle Shape;277;p37" descr="Telecare">
            <a:extLst>
              <a:ext uri="{FF2B5EF4-FFF2-40B4-BE49-F238E27FC236}">
                <a16:creationId xmlns:a16="http://schemas.microsoft.com/office/drawing/2014/main" id="{8EC2C281-DDC8-1B11-AAE2-CAE2AEDD7FA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426611" y="1603995"/>
            <a:ext cx="3229703" cy="559815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272;p37">
            <a:extLst>
              <a:ext uri="{FF2B5EF4-FFF2-40B4-BE49-F238E27FC236}">
                <a16:creationId xmlns:a16="http://schemas.microsoft.com/office/drawing/2014/main" id="{425A0F3C-1036-2BE5-CA0B-C3B6D7A7D331}"/>
              </a:ext>
            </a:extLst>
          </p:cNvPr>
          <p:cNvSpPr txBox="1"/>
          <p:nvPr/>
        </p:nvSpPr>
        <p:spPr>
          <a:xfrm>
            <a:off x="1006286" y="2850819"/>
            <a:ext cx="7470321" cy="6732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100"/>
              <a:buFont typeface="Plus Jakarta Sans ExtraBold"/>
              <a:buNone/>
            </a:pPr>
            <a:r>
              <a:rPr lang="en" sz="4100" b="1" i="0" u="none" strike="noStrike" cap="none" dirty="0" err="1">
                <a:solidFill>
                  <a:schemeClr val="lt1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vCom</a:t>
            </a:r>
            <a:r>
              <a:rPr lang="en" sz="4100" b="1" i="0" u="none" strike="noStrike" cap="none" dirty="0">
                <a:solidFill>
                  <a:schemeClr val="lt1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 Operations &amp; Support</a:t>
            </a:r>
            <a:endParaRPr sz="5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83;p38">
            <a:extLst>
              <a:ext uri="{FF2B5EF4-FFF2-40B4-BE49-F238E27FC236}">
                <a16:creationId xmlns:a16="http://schemas.microsoft.com/office/drawing/2014/main" id="{DCE28D52-F719-2809-4454-02F8769E1130}"/>
              </a:ext>
            </a:extLst>
          </p:cNvPr>
          <p:cNvSpPr txBox="1"/>
          <p:nvPr/>
        </p:nvSpPr>
        <p:spPr>
          <a:xfrm>
            <a:off x="-288707" y="1990084"/>
            <a:ext cx="9154410" cy="6732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100"/>
              <a:buFont typeface="Plus Jakarta Sans ExtraBold"/>
              <a:buNone/>
            </a:pPr>
            <a:r>
              <a:rPr lang="en" sz="4100" b="1" i="0" u="none" strike="noStrike" cap="none" dirty="0">
                <a:solidFill>
                  <a:schemeClr val="tx1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Service &amp; Support</a:t>
            </a:r>
            <a:endParaRPr sz="500" b="0" i="0" u="none" strike="noStrike" cap="none" dirty="0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6">
          <a:extLst>
            <a:ext uri="{FF2B5EF4-FFF2-40B4-BE49-F238E27FC236}">
              <a16:creationId xmlns:a16="http://schemas.microsoft.com/office/drawing/2014/main" id="{E1E7C476-4F6F-7F7A-C069-EF6F649435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42663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36"/>
          <p:cNvSpPr txBox="1">
            <a:spLocks noGrp="1"/>
          </p:cNvSpPr>
          <p:nvPr>
            <p:ph type="sldNum" idx="12"/>
          </p:nvPr>
        </p:nvSpPr>
        <p:spPr>
          <a:xfrm>
            <a:off x="457200" y="4855464"/>
            <a:ext cx="177000" cy="107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</a:t>
            </a:fld>
            <a:endParaRPr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A057DFD-2F00-A19C-6FA8-42185F9CB0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0497" y="719950"/>
            <a:ext cx="8643006" cy="356036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0">
          <a:extLst>
            <a:ext uri="{FF2B5EF4-FFF2-40B4-BE49-F238E27FC236}">
              <a16:creationId xmlns:a16="http://schemas.microsoft.com/office/drawing/2014/main" id="{739A4BCD-0974-2ACE-422D-63BF078014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36">
            <a:extLst>
              <a:ext uri="{FF2B5EF4-FFF2-40B4-BE49-F238E27FC236}">
                <a16:creationId xmlns:a16="http://schemas.microsoft.com/office/drawing/2014/main" id="{739EF417-D9E4-5E32-A140-A038679B45E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57200" y="4855464"/>
            <a:ext cx="177000" cy="107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5</a:t>
            </a:fld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500A043-7476-4A0E-FEA9-CA4450A000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2966" y="342642"/>
            <a:ext cx="8418525" cy="4321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38271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0">
          <a:extLst>
            <a:ext uri="{FF2B5EF4-FFF2-40B4-BE49-F238E27FC236}">
              <a16:creationId xmlns:a16="http://schemas.microsoft.com/office/drawing/2014/main" id="{366EA13C-8A17-A3DF-E884-945618E554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36">
            <a:extLst>
              <a:ext uri="{FF2B5EF4-FFF2-40B4-BE49-F238E27FC236}">
                <a16:creationId xmlns:a16="http://schemas.microsoft.com/office/drawing/2014/main" id="{9651F75A-1D2D-F372-3D45-1207CAA65D0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57200" y="4855464"/>
            <a:ext cx="177000" cy="107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6</a:t>
            </a:fld>
            <a:endParaRPr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B2A9C90-1F68-1A3E-4D42-89226EF242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5734" y="378807"/>
            <a:ext cx="8332532" cy="4215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26302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0">
          <a:extLst>
            <a:ext uri="{FF2B5EF4-FFF2-40B4-BE49-F238E27FC236}">
              <a16:creationId xmlns:a16="http://schemas.microsoft.com/office/drawing/2014/main" id="{D7C884FE-7D1E-AE78-9159-A5615F733A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36">
            <a:extLst>
              <a:ext uri="{FF2B5EF4-FFF2-40B4-BE49-F238E27FC236}">
                <a16:creationId xmlns:a16="http://schemas.microsoft.com/office/drawing/2014/main" id="{6F8AF2DC-DC52-63F1-64A7-11AFE510376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57200" y="4855464"/>
            <a:ext cx="177000" cy="107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7</a:t>
            </a:fld>
            <a:endParaRPr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B700283-4F79-0393-BB08-992B0E6E21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8296" y="720421"/>
            <a:ext cx="8156050" cy="3451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90170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0">
          <a:extLst>
            <a:ext uri="{FF2B5EF4-FFF2-40B4-BE49-F238E27FC236}">
              <a16:creationId xmlns:a16="http://schemas.microsoft.com/office/drawing/2014/main" id="{D7E5F5BE-E43B-651A-1512-18BE416F33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36">
            <a:extLst>
              <a:ext uri="{FF2B5EF4-FFF2-40B4-BE49-F238E27FC236}">
                <a16:creationId xmlns:a16="http://schemas.microsoft.com/office/drawing/2014/main" id="{0AE2B2E6-1560-E046-EF99-D8510216946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57200" y="4855464"/>
            <a:ext cx="177000" cy="107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8</a:t>
            </a:fld>
            <a:endParaRPr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4239CA1-BB63-3D16-AB17-F741C64376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99687"/>
            <a:ext cx="8001000" cy="3648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66888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0">
          <a:extLst>
            <a:ext uri="{FF2B5EF4-FFF2-40B4-BE49-F238E27FC236}">
              <a16:creationId xmlns:a16="http://schemas.microsoft.com/office/drawing/2014/main" id="{97BACF73-629A-004A-DE06-62F39DF02A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36">
            <a:extLst>
              <a:ext uri="{FF2B5EF4-FFF2-40B4-BE49-F238E27FC236}">
                <a16:creationId xmlns:a16="http://schemas.microsoft.com/office/drawing/2014/main" id="{61B6BFA9-BB05-42DF-E296-B0AFBA2BB8A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57200" y="4855464"/>
            <a:ext cx="177000" cy="107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9</a:t>
            </a:fld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8D58F3C-0205-D156-E242-D75D6F8861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9647" y="262594"/>
            <a:ext cx="8155882" cy="4205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14107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0">
          <a:extLst>
            <a:ext uri="{FF2B5EF4-FFF2-40B4-BE49-F238E27FC236}">
              <a16:creationId xmlns:a16="http://schemas.microsoft.com/office/drawing/2014/main" id="{27EE40C7-B8B7-B235-72CF-043ACD68FF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36">
            <a:extLst>
              <a:ext uri="{FF2B5EF4-FFF2-40B4-BE49-F238E27FC236}">
                <a16:creationId xmlns:a16="http://schemas.microsoft.com/office/drawing/2014/main" id="{F18B0516-7872-EFFB-4251-528478CD957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57200" y="4855464"/>
            <a:ext cx="177000" cy="107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10</a:t>
            </a:fld>
            <a:endParaRPr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4394646-FF4F-6F16-D69D-74337F673E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759" y="754122"/>
            <a:ext cx="8442163" cy="37145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41205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0">
          <a:extLst>
            <a:ext uri="{FF2B5EF4-FFF2-40B4-BE49-F238E27FC236}">
              <a16:creationId xmlns:a16="http://schemas.microsoft.com/office/drawing/2014/main" id="{FCCD1681-45D4-A51E-5555-BC292D6B0B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36">
            <a:extLst>
              <a:ext uri="{FF2B5EF4-FFF2-40B4-BE49-F238E27FC236}">
                <a16:creationId xmlns:a16="http://schemas.microsoft.com/office/drawing/2014/main" id="{4D6836CF-76C2-6FD6-0010-0020FBCED40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57200" y="4855464"/>
            <a:ext cx="177000" cy="107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11</a:t>
            </a:fld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262CCA1-D6B5-7619-9602-004016362F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80336"/>
            <a:ext cx="7681716" cy="4391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54896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vCom">
  <a:themeElements>
    <a:clrScheme name="Simple Light">
      <a:dk1>
        <a:srgbClr val="000000"/>
      </a:dk1>
      <a:lt1>
        <a:srgbClr val="FFFFFF"/>
      </a:lt1>
      <a:dk2>
        <a:srgbClr val="92C5D9"/>
      </a:dk2>
      <a:lt2>
        <a:srgbClr val="F0F0F0"/>
      </a:lt2>
      <a:accent1>
        <a:srgbClr val="321763"/>
      </a:accent1>
      <a:accent2>
        <a:srgbClr val="5326A5"/>
      </a:accent2>
      <a:accent3>
        <a:srgbClr val="A188CE"/>
      </a:accent3>
      <a:accent4>
        <a:srgbClr val="012C19"/>
      </a:accent4>
      <a:accent5>
        <a:srgbClr val="014929"/>
      </a:accent5>
      <a:accent6>
        <a:srgbClr val="4E806A"/>
      </a:accent6>
      <a:hlink>
        <a:srgbClr val="6D46B2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1574</TotalTime>
  <Words>15</Words>
  <Application>Microsoft Macintosh PowerPoint</Application>
  <PresentationFormat>On-screen Show (16:9)</PresentationFormat>
  <Paragraphs>10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0" baseType="lpstr">
      <vt:lpstr>Inter Light</vt:lpstr>
      <vt:lpstr>Plus Jakarta Sans ExtraBold</vt:lpstr>
      <vt:lpstr>Inter</vt:lpstr>
      <vt:lpstr>Inter Medium</vt:lpstr>
      <vt:lpstr>Arial</vt:lpstr>
      <vt:lpstr>Roboto Serif</vt:lpstr>
      <vt:lpstr>Inter ExtraLight</vt:lpstr>
      <vt:lpstr>vCom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Matt Marquez</dc:creator>
  <cp:lastModifiedBy>Anirudh Kukudala</cp:lastModifiedBy>
  <cp:revision>3</cp:revision>
  <dcterms:modified xsi:type="dcterms:W3CDTF">2026-07-09T19:20:38Z</dcterms:modified>
</cp:coreProperties>
</file>